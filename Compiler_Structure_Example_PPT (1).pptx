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5B37E-AC3A-D54B-665F-4F189F794EE7}" v="189" dt="2025-12-15T07:35:36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EC08EB-2BDC-41D0-B3C8-189D473997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53F23E-A613-4EA3-AAA1-3489DDAC411E}">
      <dgm:prSet/>
      <dgm:spPr/>
      <dgm:t>
        <a:bodyPr/>
        <a:lstStyle/>
        <a:p>
          <a:r>
            <a:rPr lang="en-US"/>
            <a:t>1. Lexical Analysis</a:t>
          </a:r>
        </a:p>
      </dgm:t>
    </dgm:pt>
    <dgm:pt modelId="{931EA7E1-2321-4559-B03D-0835284CE05B}" type="parTrans" cxnId="{5F4EEA47-BA02-4D59-ABED-38FF2200A75D}">
      <dgm:prSet/>
      <dgm:spPr/>
      <dgm:t>
        <a:bodyPr/>
        <a:lstStyle/>
        <a:p>
          <a:endParaRPr lang="en-US"/>
        </a:p>
      </dgm:t>
    </dgm:pt>
    <dgm:pt modelId="{1947443B-3878-4B3C-AA4D-3ABDEC856291}" type="sibTrans" cxnId="{5F4EEA47-BA02-4D59-ABED-38FF2200A75D}">
      <dgm:prSet/>
      <dgm:spPr/>
      <dgm:t>
        <a:bodyPr/>
        <a:lstStyle/>
        <a:p>
          <a:endParaRPr lang="en-US"/>
        </a:p>
      </dgm:t>
    </dgm:pt>
    <dgm:pt modelId="{6B43E265-E592-4D9F-9F7D-26F493B9AFF0}">
      <dgm:prSet/>
      <dgm:spPr/>
      <dgm:t>
        <a:bodyPr/>
        <a:lstStyle/>
        <a:p>
          <a:r>
            <a:rPr lang="en-US"/>
            <a:t>2. Syntax Analysis</a:t>
          </a:r>
        </a:p>
      </dgm:t>
    </dgm:pt>
    <dgm:pt modelId="{D8873A0D-AAFE-458C-A2A2-7F629592896B}" type="parTrans" cxnId="{CE73C894-7668-400C-B6CE-A9CE57C93CD1}">
      <dgm:prSet/>
      <dgm:spPr/>
      <dgm:t>
        <a:bodyPr/>
        <a:lstStyle/>
        <a:p>
          <a:endParaRPr lang="en-US"/>
        </a:p>
      </dgm:t>
    </dgm:pt>
    <dgm:pt modelId="{9952E70D-49D4-4DBA-BEB4-F9AAD42CD286}" type="sibTrans" cxnId="{CE73C894-7668-400C-B6CE-A9CE57C93CD1}">
      <dgm:prSet/>
      <dgm:spPr/>
      <dgm:t>
        <a:bodyPr/>
        <a:lstStyle/>
        <a:p>
          <a:endParaRPr lang="en-US"/>
        </a:p>
      </dgm:t>
    </dgm:pt>
    <dgm:pt modelId="{AB1D8507-7E3E-4CAC-9256-FB5D945FC772}">
      <dgm:prSet/>
      <dgm:spPr/>
      <dgm:t>
        <a:bodyPr/>
        <a:lstStyle/>
        <a:p>
          <a:r>
            <a:rPr lang="en-US"/>
            <a:t>3. Semantic Analysis</a:t>
          </a:r>
        </a:p>
      </dgm:t>
    </dgm:pt>
    <dgm:pt modelId="{BDCB914B-B884-423C-92D0-484FB141EDF1}" type="parTrans" cxnId="{101D8459-EBA4-4CD1-B3A2-E72A18B2F80E}">
      <dgm:prSet/>
      <dgm:spPr/>
      <dgm:t>
        <a:bodyPr/>
        <a:lstStyle/>
        <a:p>
          <a:endParaRPr lang="en-US"/>
        </a:p>
      </dgm:t>
    </dgm:pt>
    <dgm:pt modelId="{0D7895E9-4C93-4BE3-9165-2814909D68B7}" type="sibTrans" cxnId="{101D8459-EBA4-4CD1-B3A2-E72A18B2F80E}">
      <dgm:prSet/>
      <dgm:spPr/>
      <dgm:t>
        <a:bodyPr/>
        <a:lstStyle/>
        <a:p>
          <a:endParaRPr lang="en-US"/>
        </a:p>
      </dgm:t>
    </dgm:pt>
    <dgm:pt modelId="{F30CF7A6-322C-43DD-8ED0-34DD510B9349}">
      <dgm:prSet/>
      <dgm:spPr/>
      <dgm:t>
        <a:bodyPr/>
        <a:lstStyle/>
        <a:p>
          <a:r>
            <a:rPr lang="en-US"/>
            <a:t>4. Intermediate Code Generation</a:t>
          </a:r>
        </a:p>
      </dgm:t>
    </dgm:pt>
    <dgm:pt modelId="{86E9D6AC-B9B9-4E27-ADAE-838BD62248BC}" type="parTrans" cxnId="{77E235AD-2D09-4D05-82C6-8774F93E409A}">
      <dgm:prSet/>
      <dgm:spPr/>
      <dgm:t>
        <a:bodyPr/>
        <a:lstStyle/>
        <a:p>
          <a:endParaRPr lang="en-US"/>
        </a:p>
      </dgm:t>
    </dgm:pt>
    <dgm:pt modelId="{BB838949-1B36-4F34-B4F7-9397582EEB9B}" type="sibTrans" cxnId="{77E235AD-2D09-4D05-82C6-8774F93E409A}">
      <dgm:prSet/>
      <dgm:spPr/>
      <dgm:t>
        <a:bodyPr/>
        <a:lstStyle/>
        <a:p>
          <a:endParaRPr lang="en-US"/>
        </a:p>
      </dgm:t>
    </dgm:pt>
    <dgm:pt modelId="{694454B9-BE89-4965-A1D5-1553B92F0DE4}">
      <dgm:prSet/>
      <dgm:spPr/>
      <dgm:t>
        <a:bodyPr/>
        <a:lstStyle/>
        <a:p>
          <a:r>
            <a:rPr lang="en-US"/>
            <a:t>5. Code Optimization</a:t>
          </a:r>
        </a:p>
      </dgm:t>
    </dgm:pt>
    <dgm:pt modelId="{5B5F4241-F91A-4EBE-AA0D-D2BEB1DD946D}" type="parTrans" cxnId="{E35A3C5B-EE82-4823-A1D8-A6226256356E}">
      <dgm:prSet/>
      <dgm:spPr/>
      <dgm:t>
        <a:bodyPr/>
        <a:lstStyle/>
        <a:p>
          <a:endParaRPr lang="en-US"/>
        </a:p>
      </dgm:t>
    </dgm:pt>
    <dgm:pt modelId="{538C57B8-C064-43EB-A958-8CBD44A3BA9B}" type="sibTrans" cxnId="{E35A3C5B-EE82-4823-A1D8-A6226256356E}">
      <dgm:prSet/>
      <dgm:spPr/>
      <dgm:t>
        <a:bodyPr/>
        <a:lstStyle/>
        <a:p>
          <a:endParaRPr lang="en-US"/>
        </a:p>
      </dgm:t>
    </dgm:pt>
    <dgm:pt modelId="{66349FA6-3F8C-4D8F-9E27-4E67CDCA0AFA}">
      <dgm:prSet/>
      <dgm:spPr/>
      <dgm:t>
        <a:bodyPr/>
        <a:lstStyle/>
        <a:p>
          <a:r>
            <a:rPr lang="en-US"/>
            <a:t>6. Code Generation</a:t>
          </a:r>
        </a:p>
      </dgm:t>
    </dgm:pt>
    <dgm:pt modelId="{A0C8F308-0BCF-461E-85B7-61086095AE2E}" type="parTrans" cxnId="{CE4F8C7B-D1A1-4773-B6DA-A009A68A2680}">
      <dgm:prSet/>
      <dgm:spPr/>
      <dgm:t>
        <a:bodyPr/>
        <a:lstStyle/>
        <a:p>
          <a:endParaRPr lang="en-US"/>
        </a:p>
      </dgm:t>
    </dgm:pt>
    <dgm:pt modelId="{2CF69FB0-5CF5-4867-A25D-905F388CEB96}" type="sibTrans" cxnId="{CE4F8C7B-D1A1-4773-B6DA-A009A68A2680}">
      <dgm:prSet/>
      <dgm:spPr/>
      <dgm:t>
        <a:bodyPr/>
        <a:lstStyle/>
        <a:p>
          <a:endParaRPr lang="en-US"/>
        </a:p>
      </dgm:t>
    </dgm:pt>
    <dgm:pt modelId="{4AD18465-B99F-48CF-A929-0DD624216A03}">
      <dgm:prSet/>
      <dgm:spPr/>
      <dgm:t>
        <a:bodyPr/>
        <a:lstStyle/>
        <a:p>
          <a:r>
            <a:rPr lang="en-US"/>
            <a:t>7. Linking and Assembly</a:t>
          </a:r>
        </a:p>
      </dgm:t>
    </dgm:pt>
    <dgm:pt modelId="{061A99EF-433B-40C2-867D-DF47B1DD390A}" type="parTrans" cxnId="{876431EA-29C3-459B-B54D-E4086AEE40F8}">
      <dgm:prSet/>
      <dgm:spPr/>
      <dgm:t>
        <a:bodyPr/>
        <a:lstStyle/>
        <a:p>
          <a:endParaRPr lang="en-US"/>
        </a:p>
      </dgm:t>
    </dgm:pt>
    <dgm:pt modelId="{32B38650-BCD2-4DC3-A165-745944F8BD20}" type="sibTrans" cxnId="{876431EA-29C3-459B-B54D-E4086AEE40F8}">
      <dgm:prSet/>
      <dgm:spPr/>
      <dgm:t>
        <a:bodyPr/>
        <a:lstStyle/>
        <a:p>
          <a:endParaRPr lang="en-US"/>
        </a:p>
      </dgm:t>
    </dgm:pt>
    <dgm:pt modelId="{2FEE49C3-3356-49F5-BA74-711AB346FF46}">
      <dgm:prSet/>
      <dgm:spPr/>
      <dgm:t>
        <a:bodyPr/>
        <a:lstStyle/>
        <a:p>
          <a:r>
            <a:rPr lang="en-US"/>
            <a:t>8. Error Handling</a:t>
          </a:r>
        </a:p>
      </dgm:t>
    </dgm:pt>
    <dgm:pt modelId="{8E6AA82E-714F-4C41-BB76-8322774CB4A5}" type="parTrans" cxnId="{2CB04EE3-49FC-4696-8F53-A24236F66433}">
      <dgm:prSet/>
      <dgm:spPr/>
      <dgm:t>
        <a:bodyPr/>
        <a:lstStyle/>
        <a:p>
          <a:endParaRPr lang="en-US"/>
        </a:p>
      </dgm:t>
    </dgm:pt>
    <dgm:pt modelId="{F935E306-E75B-4F67-A0A7-12F909BA5D41}" type="sibTrans" cxnId="{2CB04EE3-49FC-4696-8F53-A24236F66433}">
      <dgm:prSet/>
      <dgm:spPr/>
      <dgm:t>
        <a:bodyPr/>
        <a:lstStyle/>
        <a:p>
          <a:endParaRPr lang="en-US"/>
        </a:p>
      </dgm:t>
    </dgm:pt>
    <dgm:pt modelId="{8C2D0C2A-F628-48F8-B420-1EE14DBF9490}" type="pres">
      <dgm:prSet presAssocID="{FFEC08EB-2BDC-41D0-B3C8-189D47399758}" presName="root" presStyleCnt="0">
        <dgm:presLayoutVars>
          <dgm:dir/>
          <dgm:resizeHandles val="exact"/>
        </dgm:presLayoutVars>
      </dgm:prSet>
      <dgm:spPr/>
    </dgm:pt>
    <dgm:pt modelId="{D7C78FFA-F3A0-4282-A182-B15529B323A3}" type="pres">
      <dgm:prSet presAssocID="{5053F23E-A613-4EA3-AAA1-3489DDAC411E}" presName="compNode" presStyleCnt="0"/>
      <dgm:spPr/>
    </dgm:pt>
    <dgm:pt modelId="{BFDA00AB-1609-4071-849E-33E68C6E058D}" type="pres">
      <dgm:prSet presAssocID="{5053F23E-A613-4EA3-AAA1-3489DDAC411E}" presName="bgRect" presStyleLbl="bgShp" presStyleIdx="0" presStyleCnt="8"/>
      <dgm:spPr/>
    </dgm:pt>
    <dgm:pt modelId="{773D5C19-DA02-4BA8-9F61-57C16AB22F73}" type="pres">
      <dgm:prSet presAssocID="{5053F23E-A613-4EA3-AAA1-3489DDAC411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BB0EF7F-30ED-453C-BA75-AB83BD6DE0A8}" type="pres">
      <dgm:prSet presAssocID="{5053F23E-A613-4EA3-AAA1-3489DDAC411E}" presName="spaceRect" presStyleCnt="0"/>
      <dgm:spPr/>
    </dgm:pt>
    <dgm:pt modelId="{63B4ACE9-B1E9-4FD5-BF23-769C93376400}" type="pres">
      <dgm:prSet presAssocID="{5053F23E-A613-4EA3-AAA1-3489DDAC411E}" presName="parTx" presStyleLbl="revTx" presStyleIdx="0" presStyleCnt="8">
        <dgm:presLayoutVars>
          <dgm:chMax val="0"/>
          <dgm:chPref val="0"/>
        </dgm:presLayoutVars>
      </dgm:prSet>
      <dgm:spPr/>
    </dgm:pt>
    <dgm:pt modelId="{269C1F62-8E93-47D0-B615-73FC3280AAE2}" type="pres">
      <dgm:prSet presAssocID="{1947443B-3878-4B3C-AA4D-3ABDEC856291}" presName="sibTrans" presStyleCnt="0"/>
      <dgm:spPr/>
    </dgm:pt>
    <dgm:pt modelId="{B990CBA8-D0B6-4D40-9970-68FA8A02E1EE}" type="pres">
      <dgm:prSet presAssocID="{6B43E265-E592-4D9F-9F7D-26F493B9AFF0}" presName="compNode" presStyleCnt="0"/>
      <dgm:spPr/>
    </dgm:pt>
    <dgm:pt modelId="{BC85E901-93F8-4635-B953-CFD63B0F57E6}" type="pres">
      <dgm:prSet presAssocID="{6B43E265-E592-4D9F-9F7D-26F493B9AFF0}" presName="bgRect" presStyleLbl="bgShp" presStyleIdx="1" presStyleCnt="8"/>
      <dgm:spPr/>
    </dgm:pt>
    <dgm:pt modelId="{A6ED04B0-C949-4659-AB48-AA9469C36C91}" type="pres">
      <dgm:prSet presAssocID="{6B43E265-E592-4D9F-9F7D-26F493B9AFF0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B2948F4-76AA-49C5-AD05-EC4ABD9FC62B}" type="pres">
      <dgm:prSet presAssocID="{6B43E265-E592-4D9F-9F7D-26F493B9AFF0}" presName="spaceRect" presStyleCnt="0"/>
      <dgm:spPr/>
    </dgm:pt>
    <dgm:pt modelId="{D7412B20-0ED6-49AD-90B0-B0D922C9B18B}" type="pres">
      <dgm:prSet presAssocID="{6B43E265-E592-4D9F-9F7D-26F493B9AFF0}" presName="parTx" presStyleLbl="revTx" presStyleIdx="1" presStyleCnt="8">
        <dgm:presLayoutVars>
          <dgm:chMax val="0"/>
          <dgm:chPref val="0"/>
        </dgm:presLayoutVars>
      </dgm:prSet>
      <dgm:spPr/>
    </dgm:pt>
    <dgm:pt modelId="{3AF8AB13-CE0E-49C4-A595-4FE8E3A8B315}" type="pres">
      <dgm:prSet presAssocID="{9952E70D-49D4-4DBA-BEB4-F9AAD42CD286}" presName="sibTrans" presStyleCnt="0"/>
      <dgm:spPr/>
    </dgm:pt>
    <dgm:pt modelId="{9E238E2F-D75F-4DE3-AC22-8761E1D43349}" type="pres">
      <dgm:prSet presAssocID="{AB1D8507-7E3E-4CAC-9256-FB5D945FC772}" presName="compNode" presStyleCnt="0"/>
      <dgm:spPr/>
    </dgm:pt>
    <dgm:pt modelId="{F970715A-8476-45A8-9FD9-58EEB034385D}" type="pres">
      <dgm:prSet presAssocID="{AB1D8507-7E3E-4CAC-9256-FB5D945FC772}" presName="bgRect" presStyleLbl="bgShp" presStyleIdx="2" presStyleCnt="8"/>
      <dgm:spPr/>
    </dgm:pt>
    <dgm:pt modelId="{CEB27274-3B99-49D9-A35C-8829F5370939}" type="pres">
      <dgm:prSet presAssocID="{AB1D8507-7E3E-4CAC-9256-FB5D945FC772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E1757D7-3F11-441D-80C8-093DAD2C37EC}" type="pres">
      <dgm:prSet presAssocID="{AB1D8507-7E3E-4CAC-9256-FB5D945FC772}" presName="spaceRect" presStyleCnt="0"/>
      <dgm:spPr/>
    </dgm:pt>
    <dgm:pt modelId="{8BAEBF4A-A112-4D8B-83B9-CFF59BC63CC4}" type="pres">
      <dgm:prSet presAssocID="{AB1D8507-7E3E-4CAC-9256-FB5D945FC772}" presName="parTx" presStyleLbl="revTx" presStyleIdx="2" presStyleCnt="8">
        <dgm:presLayoutVars>
          <dgm:chMax val="0"/>
          <dgm:chPref val="0"/>
        </dgm:presLayoutVars>
      </dgm:prSet>
      <dgm:spPr/>
    </dgm:pt>
    <dgm:pt modelId="{B5129156-90CF-4C7C-9A08-5B447F188F9D}" type="pres">
      <dgm:prSet presAssocID="{0D7895E9-4C93-4BE3-9165-2814909D68B7}" presName="sibTrans" presStyleCnt="0"/>
      <dgm:spPr/>
    </dgm:pt>
    <dgm:pt modelId="{64350831-5B22-4353-80E3-C87F8D0ACE8F}" type="pres">
      <dgm:prSet presAssocID="{F30CF7A6-322C-43DD-8ED0-34DD510B9349}" presName="compNode" presStyleCnt="0"/>
      <dgm:spPr/>
    </dgm:pt>
    <dgm:pt modelId="{60ED93A7-902E-4D77-951D-C9662406774D}" type="pres">
      <dgm:prSet presAssocID="{F30CF7A6-322C-43DD-8ED0-34DD510B9349}" presName="bgRect" presStyleLbl="bgShp" presStyleIdx="3" presStyleCnt="8"/>
      <dgm:spPr/>
    </dgm:pt>
    <dgm:pt modelId="{F50A2E8F-6E5D-425A-A979-068BC6AD399E}" type="pres">
      <dgm:prSet presAssocID="{F30CF7A6-322C-43DD-8ED0-34DD510B9349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21984F5-C3E2-4286-8E8A-02D6D2D039A2}" type="pres">
      <dgm:prSet presAssocID="{F30CF7A6-322C-43DD-8ED0-34DD510B9349}" presName="spaceRect" presStyleCnt="0"/>
      <dgm:spPr/>
    </dgm:pt>
    <dgm:pt modelId="{3BDD54B0-D79A-498D-84AE-1DF9A452124A}" type="pres">
      <dgm:prSet presAssocID="{F30CF7A6-322C-43DD-8ED0-34DD510B9349}" presName="parTx" presStyleLbl="revTx" presStyleIdx="3" presStyleCnt="8">
        <dgm:presLayoutVars>
          <dgm:chMax val="0"/>
          <dgm:chPref val="0"/>
        </dgm:presLayoutVars>
      </dgm:prSet>
      <dgm:spPr/>
    </dgm:pt>
    <dgm:pt modelId="{09C49AF6-8BE6-4434-8A04-5A7C0D60E55E}" type="pres">
      <dgm:prSet presAssocID="{BB838949-1B36-4F34-B4F7-9397582EEB9B}" presName="sibTrans" presStyleCnt="0"/>
      <dgm:spPr/>
    </dgm:pt>
    <dgm:pt modelId="{3DBD74FF-6231-499D-8281-E42BF1EF4600}" type="pres">
      <dgm:prSet presAssocID="{694454B9-BE89-4965-A1D5-1553B92F0DE4}" presName="compNode" presStyleCnt="0"/>
      <dgm:spPr/>
    </dgm:pt>
    <dgm:pt modelId="{FCA23572-7F29-4E5B-8DA7-485905BC75A6}" type="pres">
      <dgm:prSet presAssocID="{694454B9-BE89-4965-A1D5-1553B92F0DE4}" presName="bgRect" presStyleLbl="bgShp" presStyleIdx="4" presStyleCnt="8"/>
      <dgm:spPr/>
    </dgm:pt>
    <dgm:pt modelId="{0C4166D6-95E6-49A9-97C2-884E554A50DB}" type="pres">
      <dgm:prSet presAssocID="{694454B9-BE89-4965-A1D5-1553B92F0DE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D76D6E4-9BA5-4E7E-98BA-A851D74588D3}" type="pres">
      <dgm:prSet presAssocID="{694454B9-BE89-4965-A1D5-1553B92F0DE4}" presName="spaceRect" presStyleCnt="0"/>
      <dgm:spPr/>
    </dgm:pt>
    <dgm:pt modelId="{D656F1B2-BED9-42CE-B78B-EC4F0CF816A9}" type="pres">
      <dgm:prSet presAssocID="{694454B9-BE89-4965-A1D5-1553B92F0DE4}" presName="parTx" presStyleLbl="revTx" presStyleIdx="4" presStyleCnt="8">
        <dgm:presLayoutVars>
          <dgm:chMax val="0"/>
          <dgm:chPref val="0"/>
        </dgm:presLayoutVars>
      </dgm:prSet>
      <dgm:spPr/>
    </dgm:pt>
    <dgm:pt modelId="{8D99C919-76F1-4BB8-BA20-AA703F9CF4A6}" type="pres">
      <dgm:prSet presAssocID="{538C57B8-C064-43EB-A958-8CBD44A3BA9B}" presName="sibTrans" presStyleCnt="0"/>
      <dgm:spPr/>
    </dgm:pt>
    <dgm:pt modelId="{7903C1BD-489F-4AF0-9301-9318B908125D}" type="pres">
      <dgm:prSet presAssocID="{66349FA6-3F8C-4D8F-9E27-4E67CDCA0AFA}" presName="compNode" presStyleCnt="0"/>
      <dgm:spPr/>
    </dgm:pt>
    <dgm:pt modelId="{F8DDB801-2807-4AED-90D6-9D547F4A56A7}" type="pres">
      <dgm:prSet presAssocID="{66349FA6-3F8C-4D8F-9E27-4E67CDCA0AFA}" presName="bgRect" presStyleLbl="bgShp" presStyleIdx="5" presStyleCnt="8"/>
      <dgm:spPr/>
    </dgm:pt>
    <dgm:pt modelId="{092D71F0-2A7A-46F5-9083-1B014E5939AE}" type="pres">
      <dgm:prSet presAssocID="{66349FA6-3F8C-4D8F-9E27-4E67CDCA0AF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A5EBF668-32AC-455D-B746-FEA3F91467C3}" type="pres">
      <dgm:prSet presAssocID="{66349FA6-3F8C-4D8F-9E27-4E67CDCA0AFA}" presName="spaceRect" presStyleCnt="0"/>
      <dgm:spPr/>
    </dgm:pt>
    <dgm:pt modelId="{E9D7678B-A426-445F-A2B0-0F1A61810D7A}" type="pres">
      <dgm:prSet presAssocID="{66349FA6-3F8C-4D8F-9E27-4E67CDCA0AFA}" presName="parTx" presStyleLbl="revTx" presStyleIdx="5" presStyleCnt="8">
        <dgm:presLayoutVars>
          <dgm:chMax val="0"/>
          <dgm:chPref val="0"/>
        </dgm:presLayoutVars>
      </dgm:prSet>
      <dgm:spPr/>
    </dgm:pt>
    <dgm:pt modelId="{6F28EDBD-AEE4-4834-BB10-788E66E95288}" type="pres">
      <dgm:prSet presAssocID="{2CF69FB0-5CF5-4867-A25D-905F388CEB96}" presName="sibTrans" presStyleCnt="0"/>
      <dgm:spPr/>
    </dgm:pt>
    <dgm:pt modelId="{05861B41-59B8-4DBB-812E-18909D98A053}" type="pres">
      <dgm:prSet presAssocID="{4AD18465-B99F-48CF-A929-0DD624216A03}" presName="compNode" presStyleCnt="0"/>
      <dgm:spPr/>
    </dgm:pt>
    <dgm:pt modelId="{220A7D94-D8A5-44A6-99A0-A12C9120D25E}" type="pres">
      <dgm:prSet presAssocID="{4AD18465-B99F-48CF-A929-0DD624216A03}" presName="bgRect" presStyleLbl="bgShp" presStyleIdx="6" presStyleCnt="8"/>
      <dgm:spPr/>
    </dgm:pt>
    <dgm:pt modelId="{0BFE2CBF-B61A-41AA-831A-34B9215A17C2}" type="pres">
      <dgm:prSet presAssocID="{4AD18465-B99F-48CF-A929-0DD624216A03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8098896F-805C-4100-9447-E99937CB78E9}" type="pres">
      <dgm:prSet presAssocID="{4AD18465-B99F-48CF-A929-0DD624216A03}" presName="spaceRect" presStyleCnt="0"/>
      <dgm:spPr/>
    </dgm:pt>
    <dgm:pt modelId="{18D79701-06F7-4C01-830C-128C17A68EEF}" type="pres">
      <dgm:prSet presAssocID="{4AD18465-B99F-48CF-A929-0DD624216A03}" presName="parTx" presStyleLbl="revTx" presStyleIdx="6" presStyleCnt="8">
        <dgm:presLayoutVars>
          <dgm:chMax val="0"/>
          <dgm:chPref val="0"/>
        </dgm:presLayoutVars>
      </dgm:prSet>
      <dgm:spPr/>
    </dgm:pt>
    <dgm:pt modelId="{997F6AAE-091E-4D54-A70A-A528CAF03800}" type="pres">
      <dgm:prSet presAssocID="{32B38650-BCD2-4DC3-A165-745944F8BD20}" presName="sibTrans" presStyleCnt="0"/>
      <dgm:spPr/>
    </dgm:pt>
    <dgm:pt modelId="{8B464D63-4265-4B38-A9A2-9A51BA43110D}" type="pres">
      <dgm:prSet presAssocID="{2FEE49C3-3356-49F5-BA74-711AB346FF46}" presName="compNode" presStyleCnt="0"/>
      <dgm:spPr/>
    </dgm:pt>
    <dgm:pt modelId="{1974A60F-80AA-4940-9E51-7C182314D190}" type="pres">
      <dgm:prSet presAssocID="{2FEE49C3-3356-49F5-BA74-711AB346FF46}" presName="bgRect" presStyleLbl="bgShp" presStyleIdx="7" presStyleCnt="8"/>
      <dgm:spPr/>
    </dgm:pt>
    <dgm:pt modelId="{A08C1E57-DA2F-4F62-8020-C0DB9F44EA5E}" type="pres">
      <dgm:prSet presAssocID="{2FEE49C3-3356-49F5-BA74-711AB346FF46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5FD95AED-D61D-457A-8AF8-B7C6CAC201DB}" type="pres">
      <dgm:prSet presAssocID="{2FEE49C3-3356-49F5-BA74-711AB346FF46}" presName="spaceRect" presStyleCnt="0"/>
      <dgm:spPr/>
    </dgm:pt>
    <dgm:pt modelId="{0A590315-131F-4B30-A372-E4405CFCA773}" type="pres">
      <dgm:prSet presAssocID="{2FEE49C3-3356-49F5-BA74-711AB346FF46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257C350E-2FD9-4016-83AE-28B9DFD314F5}" type="presOf" srcId="{5053F23E-A613-4EA3-AAA1-3489DDAC411E}" destId="{63B4ACE9-B1E9-4FD5-BF23-769C93376400}" srcOrd="0" destOrd="0" presId="urn:microsoft.com/office/officeart/2018/2/layout/IconVerticalSolidList"/>
    <dgm:cxn modelId="{86A7DE15-4DCE-4BBA-96AC-A10E4F05238D}" type="presOf" srcId="{66349FA6-3F8C-4D8F-9E27-4E67CDCA0AFA}" destId="{E9D7678B-A426-445F-A2B0-0F1A61810D7A}" srcOrd="0" destOrd="0" presId="urn:microsoft.com/office/officeart/2018/2/layout/IconVerticalSolidList"/>
    <dgm:cxn modelId="{83ED1C40-3863-45A5-AC72-1BE4DCC0595A}" type="presOf" srcId="{FFEC08EB-2BDC-41D0-B3C8-189D47399758}" destId="{8C2D0C2A-F628-48F8-B420-1EE14DBF9490}" srcOrd="0" destOrd="0" presId="urn:microsoft.com/office/officeart/2018/2/layout/IconVerticalSolidList"/>
    <dgm:cxn modelId="{E35A3C5B-EE82-4823-A1D8-A6226256356E}" srcId="{FFEC08EB-2BDC-41D0-B3C8-189D47399758}" destId="{694454B9-BE89-4965-A1D5-1553B92F0DE4}" srcOrd="4" destOrd="0" parTransId="{5B5F4241-F91A-4EBE-AA0D-D2BEB1DD946D}" sibTransId="{538C57B8-C064-43EB-A958-8CBD44A3BA9B}"/>
    <dgm:cxn modelId="{5F4EEA47-BA02-4D59-ABED-38FF2200A75D}" srcId="{FFEC08EB-2BDC-41D0-B3C8-189D47399758}" destId="{5053F23E-A613-4EA3-AAA1-3489DDAC411E}" srcOrd="0" destOrd="0" parTransId="{931EA7E1-2321-4559-B03D-0835284CE05B}" sibTransId="{1947443B-3878-4B3C-AA4D-3ABDEC856291}"/>
    <dgm:cxn modelId="{1D283A6D-4F6C-45FF-8837-79712F2F84DD}" type="presOf" srcId="{AB1D8507-7E3E-4CAC-9256-FB5D945FC772}" destId="{8BAEBF4A-A112-4D8B-83B9-CFF59BC63CC4}" srcOrd="0" destOrd="0" presId="urn:microsoft.com/office/officeart/2018/2/layout/IconVerticalSolidList"/>
    <dgm:cxn modelId="{101D8459-EBA4-4CD1-B3A2-E72A18B2F80E}" srcId="{FFEC08EB-2BDC-41D0-B3C8-189D47399758}" destId="{AB1D8507-7E3E-4CAC-9256-FB5D945FC772}" srcOrd="2" destOrd="0" parTransId="{BDCB914B-B884-423C-92D0-484FB141EDF1}" sibTransId="{0D7895E9-4C93-4BE3-9165-2814909D68B7}"/>
    <dgm:cxn modelId="{CE4F8C7B-D1A1-4773-B6DA-A009A68A2680}" srcId="{FFEC08EB-2BDC-41D0-B3C8-189D47399758}" destId="{66349FA6-3F8C-4D8F-9E27-4E67CDCA0AFA}" srcOrd="5" destOrd="0" parTransId="{A0C8F308-0BCF-461E-85B7-61086095AE2E}" sibTransId="{2CF69FB0-5CF5-4867-A25D-905F388CEB96}"/>
    <dgm:cxn modelId="{3F1EF188-C736-43B1-9092-84C38C106968}" type="presOf" srcId="{4AD18465-B99F-48CF-A929-0DD624216A03}" destId="{18D79701-06F7-4C01-830C-128C17A68EEF}" srcOrd="0" destOrd="0" presId="urn:microsoft.com/office/officeart/2018/2/layout/IconVerticalSolidList"/>
    <dgm:cxn modelId="{CE73C894-7668-400C-B6CE-A9CE57C93CD1}" srcId="{FFEC08EB-2BDC-41D0-B3C8-189D47399758}" destId="{6B43E265-E592-4D9F-9F7D-26F493B9AFF0}" srcOrd="1" destOrd="0" parTransId="{D8873A0D-AAFE-458C-A2A2-7F629592896B}" sibTransId="{9952E70D-49D4-4DBA-BEB4-F9AAD42CD286}"/>
    <dgm:cxn modelId="{53012496-7F43-452C-973C-A4D7B286A44C}" type="presOf" srcId="{F30CF7A6-322C-43DD-8ED0-34DD510B9349}" destId="{3BDD54B0-D79A-498D-84AE-1DF9A452124A}" srcOrd="0" destOrd="0" presId="urn:microsoft.com/office/officeart/2018/2/layout/IconVerticalSolidList"/>
    <dgm:cxn modelId="{77E235AD-2D09-4D05-82C6-8774F93E409A}" srcId="{FFEC08EB-2BDC-41D0-B3C8-189D47399758}" destId="{F30CF7A6-322C-43DD-8ED0-34DD510B9349}" srcOrd="3" destOrd="0" parTransId="{86E9D6AC-B9B9-4E27-ADAE-838BD62248BC}" sibTransId="{BB838949-1B36-4F34-B4F7-9397582EEB9B}"/>
    <dgm:cxn modelId="{EB5FD7AD-3FBF-4D2D-8D41-D13A192CC0F6}" type="presOf" srcId="{2FEE49C3-3356-49F5-BA74-711AB346FF46}" destId="{0A590315-131F-4B30-A372-E4405CFCA773}" srcOrd="0" destOrd="0" presId="urn:microsoft.com/office/officeart/2018/2/layout/IconVerticalSolidList"/>
    <dgm:cxn modelId="{80690CBC-77C3-4DBD-9576-9FEB045FF4AA}" type="presOf" srcId="{6B43E265-E592-4D9F-9F7D-26F493B9AFF0}" destId="{D7412B20-0ED6-49AD-90B0-B0D922C9B18B}" srcOrd="0" destOrd="0" presId="urn:microsoft.com/office/officeart/2018/2/layout/IconVerticalSolidList"/>
    <dgm:cxn modelId="{2CB04EE3-49FC-4696-8F53-A24236F66433}" srcId="{FFEC08EB-2BDC-41D0-B3C8-189D47399758}" destId="{2FEE49C3-3356-49F5-BA74-711AB346FF46}" srcOrd="7" destOrd="0" parTransId="{8E6AA82E-714F-4C41-BB76-8322774CB4A5}" sibTransId="{F935E306-E75B-4F67-A0A7-12F909BA5D41}"/>
    <dgm:cxn modelId="{99680EEA-DC23-4519-B2CA-3412B4BC5828}" type="presOf" srcId="{694454B9-BE89-4965-A1D5-1553B92F0DE4}" destId="{D656F1B2-BED9-42CE-B78B-EC4F0CF816A9}" srcOrd="0" destOrd="0" presId="urn:microsoft.com/office/officeart/2018/2/layout/IconVerticalSolidList"/>
    <dgm:cxn modelId="{876431EA-29C3-459B-B54D-E4086AEE40F8}" srcId="{FFEC08EB-2BDC-41D0-B3C8-189D47399758}" destId="{4AD18465-B99F-48CF-A929-0DD624216A03}" srcOrd="6" destOrd="0" parTransId="{061A99EF-433B-40C2-867D-DF47B1DD390A}" sibTransId="{32B38650-BCD2-4DC3-A165-745944F8BD20}"/>
    <dgm:cxn modelId="{CAADA54B-9AD3-44FC-8DDE-F451803FAA9D}" type="presParOf" srcId="{8C2D0C2A-F628-48F8-B420-1EE14DBF9490}" destId="{D7C78FFA-F3A0-4282-A182-B15529B323A3}" srcOrd="0" destOrd="0" presId="urn:microsoft.com/office/officeart/2018/2/layout/IconVerticalSolidList"/>
    <dgm:cxn modelId="{E3882AC1-9BB9-443C-BA88-9BF8EC085EE1}" type="presParOf" srcId="{D7C78FFA-F3A0-4282-A182-B15529B323A3}" destId="{BFDA00AB-1609-4071-849E-33E68C6E058D}" srcOrd="0" destOrd="0" presId="urn:microsoft.com/office/officeart/2018/2/layout/IconVerticalSolidList"/>
    <dgm:cxn modelId="{34407A41-1520-4668-AD85-326357F334FF}" type="presParOf" srcId="{D7C78FFA-F3A0-4282-A182-B15529B323A3}" destId="{773D5C19-DA02-4BA8-9F61-57C16AB22F73}" srcOrd="1" destOrd="0" presId="urn:microsoft.com/office/officeart/2018/2/layout/IconVerticalSolidList"/>
    <dgm:cxn modelId="{F351716A-D52C-4981-BE90-FC5F3D6B03FB}" type="presParOf" srcId="{D7C78FFA-F3A0-4282-A182-B15529B323A3}" destId="{ABB0EF7F-30ED-453C-BA75-AB83BD6DE0A8}" srcOrd="2" destOrd="0" presId="urn:microsoft.com/office/officeart/2018/2/layout/IconVerticalSolidList"/>
    <dgm:cxn modelId="{F0849056-A7F6-43ED-8CF7-AB844136F993}" type="presParOf" srcId="{D7C78FFA-F3A0-4282-A182-B15529B323A3}" destId="{63B4ACE9-B1E9-4FD5-BF23-769C93376400}" srcOrd="3" destOrd="0" presId="urn:microsoft.com/office/officeart/2018/2/layout/IconVerticalSolidList"/>
    <dgm:cxn modelId="{A654F4DC-6124-4050-987D-2B78C85E52D2}" type="presParOf" srcId="{8C2D0C2A-F628-48F8-B420-1EE14DBF9490}" destId="{269C1F62-8E93-47D0-B615-73FC3280AAE2}" srcOrd="1" destOrd="0" presId="urn:microsoft.com/office/officeart/2018/2/layout/IconVerticalSolidList"/>
    <dgm:cxn modelId="{C9FA31B8-41B5-448E-937D-A41DA11BA781}" type="presParOf" srcId="{8C2D0C2A-F628-48F8-B420-1EE14DBF9490}" destId="{B990CBA8-D0B6-4D40-9970-68FA8A02E1EE}" srcOrd="2" destOrd="0" presId="urn:microsoft.com/office/officeart/2018/2/layout/IconVerticalSolidList"/>
    <dgm:cxn modelId="{F5EFFA45-6E4A-4996-BA97-F3E31632958C}" type="presParOf" srcId="{B990CBA8-D0B6-4D40-9970-68FA8A02E1EE}" destId="{BC85E901-93F8-4635-B953-CFD63B0F57E6}" srcOrd="0" destOrd="0" presId="urn:microsoft.com/office/officeart/2018/2/layout/IconVerticalSolidList"/>
    <dgm:cxn modelId="{19651EE1-782E-49D7-A087-27577FF15499}" type="presParOf" srcId="{B990CBA8-D0B6-4D40-9970-68FA8A02E1EE}" destId="{A6ED04B0-C949-4659-AB48-AA9469C36C91}" srcOrd="1" destOrd="0" presId="urn:microsoft.com/office/officeart/2018/2/layout/IconVerticalSolidList"/>
    <dgm:cxn modelId="{626184B8-D6F9-4CBE-A121-934D7E9367F1}" type="presParOf" srcId="{B990CBA8-D0B6-4D40-9970-68FA8A02E1EE}" destId="{1B2948F4-76AA-49C5-AD05-EC4ABD9FC62B}" srcOrd="2" destOrd="0" presId="urn:microsoft.com/office/officeart/2018/2/layout/IconVerticalSolidList"/>
    <dgm:cxn modelId="{24BF5AA5-5BD9-48ED-A637-D6D02A5C634B}" type="presParOf" srcId="{B990CBA8-D0B6-4D40-9970-68FA8A02E1EE}" destId="{D7412B20-0ED6-49AD-90B0-B0D922C9B18B}" srcOrd="3" destOrd="0" presId="urn:microsoft.com/office/officeart/2018/2/layout/IconVerticalSolidList"/>
    <dgm:cxn modelId="{13D46FC2-9F25-4592-86F8-7FF6CA7FD36E}" type="presParOf" srcId="{8C2D0C2A-F628-48F8-B420-1EE14DBF9490}" destId="{3AF8AB13-CE0E-49C4-A595-4FE8E3A8B315}" srcOrd="3" destOrd="0" presId="urn:microsoft.com/office/officeart/2018/2/layout/IconVerticalSolidList"/>
    <dgm:cxn modelId="{00B599BF-0AB6-4E0E-AF89-1910C68DB6A2}" type="presParOf" srcId="{8C2D0C2A-F628-48F8-B420-1EE14DBF9490}" destId="{9E238E2F-D75F-4DE3-AC22-8761E1D43349}" srcOrd="4" destOrd="0" presId="urn:microsoft.com/office/officeart/2018/2/layout/IconVerticalSolidList"/>
    <dgm:cxn modelId="{0DBB7F7C-06EB-4CE2-93BC-22C8C8E68636}" type="presParOf" srcId="{9E238E2F-D75F-4DE3-AC22-8761E1D43349}" destId="{F970715A-8476-45A8-9FD9-58EEB034385D}" srcOrd="0" destOrd="0" presId="urn:microsoft.com/office/officeart/2018/2/layout/IconVerticalSolidList"/>
    <dgm:cxn modelId="{24708FAB-9714-49A1-91BE-37256784CF30}" type="presParOf" srcId="{9E238E2F-D75F-4DE3-AC22-8761E1D43349}" destId="{CEB27274-3B99-49D9-A35C-8829F5370939}" srcOrd="1" destOrd="0" presId="urn:microsoft.com/office/officeart/2018/2/layout/IconVerticalSolidList"/>
    <dgm:cxn modelId="{BEB76701-2C31-4F25-ACAD-1E866826CA32}" type="presParOf" srcId="{9E238E2F-D75F-4DE3-AC22-8761E1D43349}" destId="{EE1757D7-3F11-441D-80C8-093DAD2C37EC}" srcOrd="2" destOrd="0" presId="urn:microsoft.com/office/officeart/2018/2/layout/IconVerticalSolidList"/>
    <dgm:cxn modelId="{74DC832D-970B-4FCA-83D4-ACB994092C7C}" type="presParOf" srcId="{9E238E2F-D75F-4DE3-AC22-8761E1D43349}" destId="{8BAEBF4A-A112-4D8B-83B9-CFF59BC63CC4}" srcOrd="3" destOrd="0" presId="urn:microsoft.com/office/officeart/2018/2/layout/IconVerticalSolidList"/>
    <dgm:cxn modelId="{DED58DF8-861C-4737-93C5-6A27CC9AADCC}" type="presParOf" srcId="{8C2D0C2A-F628-48F8-B420-1EE14DBF9490}" destId="{B5129156-90CF-4C7C-9A08-5B447F188F9D}" srcOrd="5" destOrd="0" presId="urn:microsoft.com/office/officeart/2018/2/layout/IconVerticalSolidList"/>
    <dgm:cxn modelId="{3F2920E4-9ACB-4EF0-97A2-0BCFCEE63B04}" type="presParOf" srcId="{8C2D0C2A-F628-48F8-B420-1EE14DBF9490}" destId="{64350831-5B22-4353-80E3-C87F8D0ACE8F}" srcOrd="6" destOrd="0" presId="urn:microsoft.com/office/officeart/2018/2/layout/IconVerticalSolidList"/>
    <dgm:cxn modelId="{8C58ADE6-AFD9-4A86-A485-C102E76388EE}" type="presParOf" srcId="{64350831-5B22-4353-80E3-C87F8D0ACE8F}" destId="{60ED93A7-902E-4D77-951D-C9662406774D}" srcOrd="0" destOrd="0" presId="urn:microsoft.com/office/officeart/2018/2/layout/IconVerticalSolidList"/>
    <dgm:cxn modelId="{F4EC5CEF-908F-4D0F-AE31-0A35A998AFCE}" type="presParOf" srcId="{64350831-5B22-4353-80E3-C87F8D0ACE8F}" destId="{F50A2E8F-6E5D-425A-A979-068BC6AD399E}" srcOrd="1" destOrd="0" presId="urn:microsoft.com/office/officeart/2018/2/layout/IconVerticalSolidList"/>
    <dgm:cxn modelId="{E6FF8D4D-1B6F-46B9-9493-8E394AF0A4A4}" type="presParOf" srcId="{64350831-5B22-4353-80E3-C87F8D0ACE8F}" destId="{221984F5-C3E2-4286-8E8A-02D6D2D039A2}" srcOrd="2" destOrd="0" presId="urn:microsoft.com/office/officeart/2018/2/layout/IconVerticalSolidList"/>
    <dgm:cxn modelId="{E1A4B344-67D2-41FE-84B5-279C24E48C64}" type="presParOf" srcId="{64350831-5B22-4353-80E3-C87F8D0ACE8F}" destId="{3BDD54B0-D79A-498D-84AE-1DF9A452124A}" srcOrd="3" destOrd="0" presId="urn:microsoft.com/office/officeart/2018/2/layout/IconVerticalSolidList"/>
    <dgm:cxn modelId="{3E899A87-4409-45A7-A579-CE2B20E6E56F}" type="presParOf" srcId="{8C2D0C2A-F628-48F8-B420-1EE14DBF9490}" destId="{09C49AF6-8BE6-4434-8A04-5A7C0D60E55E}" srcOrd="7" destOrd="0" presId="urn:microsoft.com/office/officeart/2018/2/layout/IconVerticalSolidList"/>
    <dgm:cxn modelId="{D4D5C874-B0EC-4D67-B369-547A640D71C5}" type="presParOf" srcId="{8C2D0C2A-F628-48F8-B420-1EE14DBF9490}" destId="{3DBD74FF-6231-499D-8281-E42BF1EF4600}" srcOrd="8" destOrd="0" presId="urn:microsoft.com/office/officeart/2018/2/layout/IconVerticalSolidList"/>
    <dgm:cxn modelId="{1DF0C254-EE5A-4725-B9F6-608C36CCF90D}" type="presParOf" srcId="{3DBD74FF-6231-499D-8281-E42BF1EF4600}" destId="{FCA23572-7F29-4E5B-8DA7-485905BC75A6}" srcOrd="0" destOrd="0" presId="urn:microsoft.com/office/officeart/2018/2/layout/IconVerticalSolidList"/>
    <dgm:cxn modelId="{938B5617-3FAF-4D5F-84BD-5E239FC936B2}" type="presParOf" srcId="{3DBD74FF-6231-499D-8281-E42BF1EF4600}" destId="{0C4166D6-95E6-49A9-97C2-884E554A50DB}" srcOrd="1" destOrd="0" presId="urn:microsoft.com/office/officeart/2018/2/layout/IconVerticalSolidList"/>
    <dgm:cxn modelId="{D022B96D-D4E5-4BB2-B904-27C7B077389F}" type="presParOf" srcId="{3DBD74FF-6231-499D-8281-E42BF1EF4600}" destId="{1D76D6E4-9BA5-4E7E-98BA-A851D74588D3}" srcOrd="2" destOrd="0" presId="urn:microsoft.com/office/officeart/2018/2/layout/IconVerticalSolidList"/>
    <dgm:cxn modelId="{E7409DFC-5F68-4DA2-912E-C9F40AAD7D41}" type="presParOf" srcId="{3DBD74FF-6231-499D-8281-E42BF1EF4600}" destId="{D656F1B2-BED9-42CE-B78B-EC4F0CF816A9}" srcOrd="3" destOrd="0" presId="urn:microsoft.com/office/officeart/2018/2/layout/IconVerticalSolidList"/>
    <dgm:cxn modelId="{3B4294E5-A123-47AE-9F63-C75C396C3F42}" type="presParOf" srcId="{8C2D0C2A-F628-48F8-B420-1EE14DBF9490}" destId="{8D99C919-76F1-4BB8-BA20-AA703F9CF4A6}" srcOrd="9" destOrd="0" presId="urn:microsoft.com/office/officeart/2018/2/layout/IconVerticalSolidList"/>
    <dgm:cxn modelId="{B74746F4-CD7D-411C-B980-58934FA87FB4}" type="presParOf" srcId="{8C2D0C2A-F628-48F8-B420-1EE14DBF9490}" destId="{7903C1BD-489F-4AF0-9301-9318B908125D}" srcOrd="10" destOrd="0" presId="urn:microsoft.com/office/officeart/2018/2/layout/IconVerticalSolidList"/>
    <dgm:cxn modelId="{5CD76878-DF00-47F0-8BFA-DCBCAAD4A0E5}" type="presParOf" srcId="{7903C1BD-489F-4AF0-9301-9318B908125D}" destId="{F8DDB801-2807-4AED-90D6-9D547F4A56A7}" srcOrd="0" destOrd="0" presId="urn:microsoft.com/office/officeart/2018/2/layout/IconVerticalSolidList"/>
    <dgm:cxn modelId="{97AAE47E-7C23-4F49-BF45-264F12AD53A4}" type="presParOf" srcId="{7903C1BD-489F-4AF0-9301-9318B908125D}" destId="{092D71F0-2A7A-46F5-9083-1B014E5939AE}" srcOrd="1" destOrd="0" presId="urn:microsoft.com/office/officeart/2018/2/layout/IconVerticalSolidList"/>
    <dgm:cxn modelId="{DE1D51C9-B621-4919-902A-9FCDB71AD305}" type="presParOf" srcId="{7903C1BD-489F-4AF0-9301-9318B908125D}" destId="{A5EBF668-32AC-455D-B746-FEA3F91467C3}" srcOrd="2" destOrd="0" presId="urn:microsoft.com/office/officeart/2018/2/layout/IconVerticalSolidList"/>
    <dgm:cxn modelId="{7C6F078D-2BD7-4C90-9C28-5D3D7E46D636}" type="presParOf" srcId="{7903C1BD-489F-4AF0-9301-9318B908125D}" destId="{E9D7678B-A426-445F-A2B0-0F1A61810D7A}" srcOrd="3" destOrd="0" presId="urn:microsoft.com/office/officeart/2018/2/layout/IconVerticalSolidList"/>
    <dgm:cxn modelId="{7C677054-BB17-4431-AC3C-33FA24E1C3BF}" type="presParOf" srcId="{8C2D0C2A-F628-48F8-B420-1EE14DBF9490}" destId="{6F28EDBD-AEE4-4834-BB10-788E66E95288}" srcOrd="11" destOrd="0" presId="urn:microsoft.com/office/officeart/2018/2/layout/IconVerticalSolidList"/>
    <dgm:cxn modelId="{0D51468D-2060-4364-8567-CABD3B16D178}" type="presParOf" srcId="{8C2D0C2A-F628-48F8-B420-1EE14DBF9490}" destId="{05861B41-59B8-4DBB-812E-18909D98A053}" srcOrd="12" destOrd="0" presId="urn:microsoft.com/office/officeart/2018/2/layout/IconVerticalSolidList"/>
    <dgm:cxn modelId="{D8FE2495-240B-45A3-9153-BC3D243FF57F}" type="presParOf" srcId="{05861B41-59B8-4DBB-812E-18909D98A053}" destId="{220A7D94-D8A5-44A6-99A0-A12C9120D25E}" srcOrd="0" destOrd="0" presId="urn:microsoft.com/office/officeart/2018/2/layout/IconVerticalSolidList"/>
    <dgm:cxn modelId="{71130720-238B-4F68-9C72-587ECEEE64A0}" type="presParOf" srcId="{05861B41-59B8-4DBB-812E-18909D98A053}" destId="{0BFE2CBF-B61A-41AA-831A-34B9215A17C2}" srcOrd="1" destOrd="0" presId="urn:microsoft.com/office/officeart/2018/2/layout/IconVerticalSolidList"/>
    <dgm:cxn modelId="{7BF3C93C-7C7E-467C-9385-F8202CD2B6EE}" type="presParOf" srcId="{05861B41-59B8-4DBB-812E-18909D98A053}" destId="{8098896F-805C-4100-9447-E99937CB78E9}" srcOrd="2" destOrd="0" presId="urn:microsoft.com/office/officeart/2018/2/layout/IconVerticalSolidList"/>
    <dgm:cxn modelId="{A666060F-C583-4045-B2FD-2D9788F8C933}" type="presParOf" srcId="{05861B41-59B8-4DBB-812E-18909D98A053}" destId="{18D79701-06F7-4C01-830C-128C17A68EEF}" srcOrd="3" destOrd="0" presId="urn:microsoft.com/office/officeart/2018/2/layout/IconVerticalSolidList"/>
    <dgm:cxn modelId="{D7D1CC47-DD3D-4031-A1C4-F6FB0AA36418}" type="presParOf" srcId="{8C2D0C2A-F628-48F8-B420-1EE14DBF9490}" destId="{997F6AAE-091E-4D54-A70A-A528CAF03800}" srcOrd="13" destOrd="0" presId="urn:microsoft.com/office/officeart/2018/2/layout/IconVerticalSolidList"/>
    <dgm:cxn modelId="{E9426578-2E7E-447C-AC96-D0560BD32D53}" type="presParOf" srcId="{8C2D0C2A-F628-48F8-B420-1EE14DBF9490}" destId="{8B464D63-4265-4B38-A9A2-9A51BA43110D}" srcOrd="14" destOrd="0" presId="urn:microsoft.com/office/officeart/2018/2/layout/IconVerticalSolidList"/>
    <dgm:cxn modelId="{4093BF50-3311-4CD5-B43F-5ACFD2243873}" type="presParOf" srcId="{8B464D63-4265-4B38-A9A2-9A51BA43110D}" destId="{1974A60F-80AA-4940-9E51-7C182314D190}" srcOrd="0" destOrd="0" presId="urn:microsoft.com/office/officeart/2018/2/layout/IconVerticalSolidList"/>
    <dgm:cxn modelId="{43B60A5F-ACD8-4911-9A42-578F231D2F71}" type="presParOf" srcId="{8B464D63-4265-4B38-A9A2-9A51BA43110D}" destId="{A08C1E57-DA2F-4F62-8020-C0DB9F44EA5E}" srcOrd="1" destOrd="0" presId="urn:microsoft.com/office/officeart/2018/2/layout/IconVerticalSolidList"/>
    <dgm:cxn modelId="{0991B880-5708-445B-87D4-4AD95EF1A875}" type="presParOf" srcId="{8B464D63-4265-4B38-A9A2-9A51BA43110D}" destId="{5FD95AED-D61D-457A-8AF8-B7C6CAC201DB}" srcOrd="2" destOrd="0" presId="urn:microsoft.com/office/officeart/2018/2/layout/IconVerticalSolidList"/>
    <dgm:cxn modelId="{E5DEA981-F7E6-4600-9EF3-7571B3B9F9A5}" type="presParOf" srcId="{8B464D63-4265-4B38-A9A2-9A51BA43110D}" destId="{0A590315-131F-4B30-A372-E4405CFCA7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2C3A74-7E57-4827-AAA6-FA76DBAF86BD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F00308-757C-4184-8AE0-712BD60679D8}">
      <dgm:prSet/>
      <dgm:spPr/>
      <dgm:t>
        <a:bodyPr/>
        <a:lstStyle/>
        <a:p>
          <a:r>
            <a:rPr lang="en-US"/>
            <a:t>Input:</a:t>
          </a:r>
        </a:p>
      </dgm:t>
    </dgm:pt>
    <dgm:pt modelId="{E2C6E8BA-F303-4ABA-A582-5F73B7D4391A}" type="parTrans" cxnId="{13C63D1F-6AC5-4131-A4BC-B08ADF1969F9}">
      <dgm:prSet/>
      <dgm:spPr/>
      <dgm:t>
        <a:bodyPr/>
        <a:lstStyle/>
        <a:p>
          <a:endParaRPr lang="en-US"/>
        </a:p>
      </dgm:t>
    </dgm:pt>
    <dgm:pt modelId="{025DD8C1-2BF7-40BE-989B-605258497AA3}" type="sibTrans" cxnId="{13C63D1F-6AC5-4131-A4BC-B08ADF1969F9}">
      <dgm:prSet/>
      <dgm:spPr/>
      <dgm:t>
        <a:bodyPr/>
        <a:lstStyle/>
        <a:p>
          <a:endParaRPr lang="en-US"/>
        </a:p>
      </dgm:t>
    </dgm:pt>
    <dgm:pt modelId="{75BF1D2F-9E99-4A79-9786-36585B21BCE4}">
      <dgm:prSet/>
      <dgm:spPr/>
      <dgm:t>
        <a:bodyPr/>
        <a:lstStyle/>
        <a:p>
          <a:r>
            <a:rPr lang="en-US"/>
            <a:t>int a;</a:t>
          </a:r>
        </a:p>
      </dgm:t>
    </dgm:pt>
    <dgm:pt modelId="{B1C8E769-BC06-4909-AD7E-44E70B971004}" type="parTrans" cxnId="{AD400BDF-1D60-4022-B9F2-7ABBA8CB14C6}">
      <dgm:prSet/>
      <dgm:spPr/>
      <dgm:t>
        <a:bodyPr/>
        <a:lstStyle/>
        <a:p>
          <a:endParaRPr lang="en-US"/>
        </a:p>
      </dgm:t>
    </dgm:pt>
    <dgm:pt modelId="{9EE96685-CA28-411C-A80D-DAF698E163B0}" type="sibTrans" cxnId="{AD400BDF-1D60-4022-B9F2-7ABBA8CB14C6}">
      <dgm:prSet/>
      <dgm:spPr/>
      <dgm:t>
        <a:bodyPr/>
        <a:lstStyle/>
        <a:p>
          <a:endParaRPr lang="en-US"/>
        </a:p>
      </dgm:t>
    </dgm:pt>
    <dgm:pt modelId="{8993D7C4-8D59-4EF3-8DE4-3E9C0440F8B5}">
      <dgm:prSet/>
      <dgm:spPr/>
      <dgm:t>
        <a:bodyPr/>
        <a:lstStyle/>
        <a:p>
          <a:r>
            <a:rPr lang="en-US"/>
            <a:t>a = 5 + 3;</a:t>
          </a:r>
        </a:p>
      </dgm:t>
    </dgm:pt>
    <dgm:pt modelId="{4EF74568-570A-4958-9ECE-0D35DE9D003B}" type="parTrans" cxnId="{2DC33253-7EF7-4018-9AC3-E32602C6B003}">
      <dgm:prSet/>
      <dgm:spPr/>
      <dgm:t>
        <a:bodyPr/>
        <a:lstStyle/>
        <a:p>
          <a:endParaRPr lang="en-US"/>
        </a:p>
      </dgm:t>
    </dgm:pt>
    <dgm:pt modelId="{3BB57B02-D4AF-4052-9301-EE815EF51A3E}" type="sibTrans" cxnId="{2DC33253-7EF7-4018-9AC3-E32602C6B003}">
      <dgm:prSet/>
      <dgm:spPr/>
      <dgm:t>
        <a:bodyPr/>
        <a:lstStyle/>
        <a:p>
          <a:endParaRPr lang="en-US"/>
        </a:p>
      </dgm:t>
    </dgm:pt>
    <dgm:pt modelId="{1B84B675-AC22-48A3-969E-66F56F5D55D5}">
      <dgm:prSet/>
      <dgm:spPr/>
      <dgm:t>
        <a:bodyPr/>
        <a:lstStyle/>
        <a:p>
          <a:r>
            <a:rPr lang="en-US"/>
            <a:t>Purpose:</a:t>
          </a:r>
        </a:p>
      </dgm:t>
    </dgm:pt>
    <dgm:pt modelId="{7995D4E5-45B9-48B8-8510-615E22A80D50}" type="parTrans" cxnId="{980518BD-A30A-4C91-A6F0-1A742B660D00}">
      <dgm:prSet/>
      <dgm:spPr/>
      <dgm:t>
        <a:bodyPr/>
        <a:lstStyle/>
        <a:p>
          <a:endParaRPr lang="en-US"/>
        </a:p>
      </dgm:t>
    </dgm:pt>
    <dgm:pt modelId="{786B0F60-F108-4B3C-A3BB-E9BC5F6BF373}" type="sibTrans" cxnId="{980518BD-A30A-4C91-A6F0-1A742B660D00}">
      <dgm:prSet/>
      <dgm:spPr/>
      <dgm:t>
        <a:bodyPr/>
        <a:lstStyle/>
        <a:p>
          <a:endParaRPr lang="en-US"/>
        </a:p>
      </dgm:t>
    </dgm:pt>
    <dgm:pt modelId="{8DBFF736-1EA5-4B11-8AC2-0F79F56CB3F1}">
      <dgm:prSet/>
      <dgm:spPr/>
      <dgm:t>
        <a:bodyPr/>
        <a:lstStyle/>
        <a:p>
          <a:r>
            <a:rPr lang="en-US"/>
            <a:t>• Convert source code into tokens</a:t>
          </a:r>
        </a:p>
      </dgm:t>
    </dgm:pt>
    <dgm:pt modelId="{D9CE9E3B-76A6-47E4-B94A-E991B1DB8D97}" type="parTrans" cxnId="{44C32DC2-CA3B-4C44-933A-94D8E81D32C2}">
      <dgm:prSet/>
      <dgm:spPr/>
      <dgm:t>
        <a:bodyPr/>
        <a:lstStyle/>
        <a:p>
          <a:endParaRPr lang="en-US"/>
        </a:p>
      </dgm:t>
    </dgm:pt>
    <dgm:pt modelId="{4811B848-85BE-4544-901C-4651A3C7CE07}" type="sibTrans" cxnId="{44C32DC2-CA3B-4C44-933A-94D8E81D32C2}">
      <dgm:prSet/>
      <dgm:spPr/>
      <dgm:t>
        <a:bodyPr/>
        <a:lstStyle/>
        <a:p>
          <a:endParaRPr lang="en-US"/>
        </a:p>
      </dgm:t>
    </dgm:pt>
    <dgm:pt modelId="{F44668F3-DE24-401F-9781-F8F350F61264}">
      <dgm:prSet/>
      <dgm:spPr/>
      <dgm:t>
        <a:bodyPr/>
        <a:lstStyle/>
        <a:p>
          <a:r>
            <a:rPr lang="en-US"/>
            <a:t>• Remove unnecessary characters like spaces and comments</a:t>
          </a:r>
        </a:p>
      </dgm:t>
    </dgm:pt>
    <dgm:pt modelId="{ED0EAA13-897E-420F-A187-FC3CFE341013}" type="parTrans" cxnId="{94B981E9-95FE-4A37-A7C0-4BE2040CF105}">
      <dgm:prSet/>
      <dgm:spPr/>
      <dgm:t>
        <a:bodyPr/>
        <a:lstStyle/>
        <a:p>
          <a:endParaRPr lang="en-US"/>
        </a:p>
      </dgm:t>
    </dgm:pt>
    <dgm:pt modelId="{573223FF-6FD8-495E-AE1F-CCDC087BD118}" type="sibTrans" cxnId="{94B981E9-95FE-4A37-A7C0-4BE2040CF105}">
      <dgm:prSet/>
      <dgm:spPr/>
      <dgm:t>
        <a:bodyPr/>
        <a:lstStyle/>
        <a:p>
          <a:endParaRPr lang="en-US"/>
        </a:p>
      </dgm:t>
    </dgm:pt>
    <dgm:pt modelId="{C694312C-C441-416B-B0AB-88C812E071AE}" type="pres">
      <dgm:prSet presAssocID="{522C3A74-7E57-4827-AAA6-FA76DBAF86BD}" presName="diagram" presStyleCnt="0">
        <dgm:presLayoutVars>
          <dgm:dir/>
          <dgm:resizeHandles val="exact"/>
        </dgm:presLayoutVars>
      </dgm:prSet>
      <dgm:spPr/>
    </dgm:pt>
    <dgm:pt modelId="{DE864FC0-F240-4A0A-9119-84A1E4C7566E}" type="pres">
      <dgm:prSet presAssocID="{95F00308-757C-4184-8AE0-712BD60679D8}" presName="node" presStyleLbl="node1" presStyleIdx="0" presStyleCnt="6">
        <dgm:presLayoutVars>
          <dgm:bulletEnabled val="1"/>
        </dgm:presLayoutVars>
      </dgm:prSet>
      <dgm:spPr/>
    </dgm:pt>
    <dgm:pt modelId="{82516D44-8406-4B89-A089-E6933EDF3D10}" type="pres">
      <dgm:prSet presAssocID="{025DD8C1-2BF7-40BE-989B-605258497AA3}" presName="sibTrans" presStyleCnt="0"/>
      <dgm:spPr/>
    </dgm:pt>
    <dgm:pt modelId="{1C58B571-BF31-4D9D-8331-DCB3CDF9F0EF}" type="pres">
      <dgm:prSet presAssocID="{75BF1D2F-9E99-4A79-9786-36585B21BCE4}" presName="node" presStyleLbl="node1" presStyleIdx="1" presStyleCnt="6">
        <dgm:presLayoutVars>
          <dgm:bulletEnabled val="1"/>
        </dgm:presLayoutVars>
      </dgm:prSet>
      <dgm:spPr/>
    </dgm:pt>
    <dgm:pt modelId="{99113482-A1AA-474B-AFA4-8A8062494ADC}" type="pres">
      <dgm:prSet presAssocID="{9EE96685-CA28-411C-A80D-DAF698E163B0}" presName="sibTrans" presStyleCnt="0"/>
      <dgm:spPr/>
    </dgm:pt>
    <dgm:pt modelId="{8C2779BC-373F-4560-914B-34E8383FDA52}" type="pres">
      <dgm:prSet presAssocID="{8993D7C4-8D59-4EF3-8DE4-3E9C0440F8B5}" presName="node" presStyleLbl="node1" presStyleIdx="2" presStyleCnt="6">
        <dgm:presLayoutVars>
          <dgm:bulletEnabled val="1"/>
        </dgm:presLayoutVars>
      </dgm:prSet>
      <dgm:spPr/>
    </dgm:pt>
    <dgm:pt modelId="{7BD948DE-B9DA-4483-9583-35853C4E97BF}" type="pres">
      <dgm:prSet presAssocID="{3BB57B02-D4AF-4052-9301-EE815EF51A3E}" presName="sibTrans" presStyleCnt="0"/>
      <dgm:spPr/>
    </dgm:pt>
    <dgm:pt modelId="{79CA7B51-B20F-4FC6-A2AB-1968467FD707}" type="pres">
      <dgm:prSet presAssocID="{1B84B675-AC22-48A3-969E-66F56F5D55D5}" presName="node" presStyleLbl="node1" presStyleIdx="3" presStyleCnt="6">
        <dgm:presLayoutVars>
          <dgm:bulletEnabled val="1"/>
        </dgm:presLayoutVars>
      </dgm:prSet>
      <dgm:spPr/>
    </dgm:pt>
    <dgm:pt modelId="{57667600-707D-42C5-9662-EEEAE91EEB6F}" type="pres">
      <dgm:prSet presAssocID="{786B0F60-F108-4B3C-A3BB-E9BC5F6BF373}" presName="sibTrans" presStyleCnt="0"/>
      <dgm:spPr/>
    </dgm:pt>
    <dgm:pt modelId="{E039FA12-ABC0-49E2-800E-735FED0E0BB9}" type="pres">
      <dgm:prSet presAssocID="{8DBFF736-1EA5-4B11-8AC2-0F79F56CB3F1}" presName="node" presStyleLbl="node1" presStyleIdx="4" presStyleCnt="6">
        <dgm:presLayoutVars>
          <dgm:bulletEnabled val="1"/>
        </dgm:presLayoutVars>
      </dgm:prSet>
      <dgm:spPr/>
    </dgm:pt>
    <dgm:pt modelId="{313566C2-9E54-4FA2-ABA8-3C0F7124062E}" type="pres">
      <dgm:prSet presAssocID="{4811B848-85BE-4544-901C-4651A3C7CE07}" presName="sibTrans" presStyleCnt="0"/>
      <dgm:spPr/>
    </dgm:pt>
    <dgm:pt modelId="{2B9D3D1D-2AB6-4AC9-A6FE-C63BBA674C0F}" type="pres">
      <dgm:prSet presAssocID="{F44668F3-DE24-401F-9781-F8F350F61264}" presName="node" presStyleLbl="node1" presStyleIdx="5" presStyleCnt="6">
        <dgm:presLayoutVars>
          <dgm:bulletEnabled val="1"/>
        </dgm:presLayoutVars>
      </dgm:prSet>
      <dgm:spPr/>
    </dgm:pt>
  </dgm:ptLst>
  <dgm:cxnLst>
    <dgm:cxn modelId="{13C63D1F-6AC5-4131-A4BC-B08ADF1969F9}" srcId="{522C3A74-7E57-4827-AAA6-FA76DBAF86BD}" destId="{95F00308-757C-4184-8AE0-712BD60679D8}" srcOrd="0" destOrd="0" parTransId="{E2C6E8BA-F303-4ABA-A582-5F73B7D4391A}" sibTransId="{025DD8C1-2BF7-40BE-989B-605258497AA3}"/>
    <dgm:cxn modelId="{D235E739-7ED4-4AB2-94CC-6C958B64C115}" type="presOf" srcId="{F44668F3-DE24-401F-9781-F8F350F61264}" destId="{2B9D3D1D-2AB6-4AC9-A6FE-C63BBA674C0F}" srcOrd="0" destOrd="0" presId="urn:microsoft.com/office/officeart/2005/8/layout/default"/>
    <dgm:cxn modelId="{2DC33253-7EF7-4018-9AC3-E32602C6B003}" srcId="{522C3A74-7E57-4827-AAA6-FA76DBAF86BD}" destId="{8993D7C4-8D59-4EF3-8DE4-3E9C0440F8B5}" srcOrd="2" destOrd="0" parTransId="{4EF74568-570A-4958-9ECE-0D35DE9D003B}" sibTransId="{3BB57B02-D4AF-4052-9301-EE815EF51A3E}"/>
    <dgm:cxn modelId="{E6477473-2EE8-44F6-B914-8B9965394372}" type="presOf" srcId="{1B84B675-AC22-48A3-969E-66F56F5D55D5}" destId="{79CA7B51-B20F-4FC6-A2AB-1968467FD707}" srcOrd="0" destOrd="0" presId="urn:microsoft.com/office/officeart/2005/8/layout/default"/>
    <dgm:cxn modelId="{275BC17B-88F2-4A66-BE5B-88EB0D08ED4D}" type="presOf" srcId="{8DBFF736-1EA5-4B11-8AC2-0F79F56CB3F1}" destId="{E039FA12-ABC0-49E2-800E-735FED0E0BB9}" srcOrd="0" destOrd="0" presId="urn:microsoft.com/office/officeart/2005/8/layout/default"/>
    <dgm:cxn modelId="{308ACA7E-5B40-4DE6-BD11-150655B08AD2}" type="presOf" srcId="{522C3A74-7E57-4827-AAA6-FA76DBAF86BD}" destId="{C694312C-C441-416B-B0AB-88C812E071AE}" srcOrd="0" destOrd="0" presId="urn:microsoft.com/office/officeart/2005/8/layout/default"/>
    <dgm:cxn modelId="{980518BD-A30A-4C91-A6F0-1A742B660D00}" srcId="{522C3A74-7E57-4827-AAA6-FA76DBAF86BD}" destId="{1B84B675-AC22-48A3-969E-66F56F5D55D5}" srcOrd="3" destOrd="0" parTransId="{7995D4E5-45B9-48B8-8510-615E22A80D50}" sibTransId="{786B0F60-F108-4B3C-A3BB-E9BC5F6BF373}"/>
    <dgm:cxn modelId="{44C32DC2-CA3B-4C44-933A-94D8E81D32C2}" srcId="{522C3A74-7E57-4827-AAA6-FA76DBAF86BD}" destId="{8DBFF736-1EA5-4B11-8AC2-0F79F56CB3F1}" srcOrd="4" destOrd="0" parTransId="{D9CE9E3B-76A6-47E4-B94A-E991B1DB8D97}" sibTransId="{4811B848-85BE-4544-901C-4651A3C7CE07}"/>
    <dgm:cxn modelId="{887644D9-8D20-4601-B4BE-D00B7A6390E3}" type="presOf" srcId="{8993D7C4-8D59-4EF3-8DE4-3E9C0440F8B5}" destId="{8C2779BC-373F-4560-914B-34E8383FDA52}" srcOrd="0" destOrd="0" presId="urn:microsoft.com/office/officeart/2005/8/layout/default"/>
    <dgm:cxn modelId="{B08E18DA-4BD5-4572-88C1-E019EAF61305}" type="presOf" srcId="{75BF1D2F-9E99-4A79-9786-36585B21BCE4}" destId="{1C58B571-BF31-4D9D-8331-DCB3CDF9F0EF}" srcOrd="0" destOrd="0" presId="urn:microsoft.com/office/officeart/2005/8/layout/default"/>
    <dgm:cxn modelId="{AD400BDF-1D60-4022-B9F2-7ABBA8CB14C6}" srcId="{522C3A74-7E57-4827-AAA6-FA76DBAF86BD}" destId="{75BF1D2F-9E99-4A79-9786-36585B21BCE4}" srcOrd="1" destOrd="0" parTransId="{B1C8E769-BC06-4909-AD7E-44E70B971004}" sibTransId="{9EE96685-CA28-411C-A80D-DAF698E163B0}"/>
    <dgm:cxn modelId="{94B981E9-95FE-4A37-A7C0-4BE2040CF105}" srcId="{522C3A74-7E57-4827-AAA6-FA76DBAF86BD}" destId="{F44668F3-DE24-401F-9781-F8F350F61264}" srcOrd="5" destOrd="0" parTransId="{ED0EAA13-897E-420F-A187-FC3CFE341013}" sibTransId="{573223FF-6FD8-495E-AE1F-CCDC087BD118}"/>
    <dgm:cxn modelId="{B62E4FFB-DC44-4A33-8859-060E1C79C3C4}" type="presOf" srcId="{95F00308-757C-4184-8AE0-712BD60679D8}" destId="{DE864FC0-F240-4A0A-9119-84A1E4C7566E}" srcOrd="0" destOrd="0" presId="urn:microsoft.com/office/officeart/2005/8/layout/default"/>
    <dgm:cxn modelId="{A7AAD384-542B-4465-A561-64D40384C335}" type="presParOf" srcId="{C694312C-C441-416B-B0AB-88C812E071AE}" destId="{DE864FC0-F240-4A0A-9119-84A1E4C7566E}" srcOrd="0" destOrd="0" presId="urn:microsoft.com/office/officeart/2005/8/layout/default"/>
    <dgm:cxn modelId="{A5E8F52F-1C5D-417D-9AC1-0ED766A38E73}" type="presParOf" srcId="{C694312C-C441-416B-B0AB-88C812E071AE}" destId="{82516D44-8406-4B89-A089-E6933EDF3D10}" srcOrd="1" destOrd="0" presId="urn:microsoft.com/office/officeart/2005/8/layout/default"/>
    <dgm:cxn modelId="{3F455322-6FD6-45C4-9243-AD7313F1AFA3}" type="presParOf" srcId="{C694312C-C441-416B-B0AB-88C812E071AE}" destId="{1C58B571-BF31-4D9D-8331-DCB3CDF9F0EF}" srcOrd="2" destOrd="0" presId="urn:microsoft.com/office/officeart/2005/8/layout/default"/>
    <dgm:cxn modelId="{565918AE-A632-4269-A93F-0F822B9B5EAE}" type="presParOf" srcId="{C694312C-C441-416B-B0AB-88C812E071AE}" destId="{99113482-A1AA-474B-AFA4-8A8062494ADC}" srcOrd="3" destOrd="0" presId="urn:microsoft.com/office/officeart/2005/8/layout/default"/>
    <dgm:cxn modelId="{EA36071A-48EB-4122-ABA6-40A01014C433}" type="presParOf" srcId="{C694312C-C441-416B-B0AB-88C812E071AE}" destId="{8C2779BC-373F-4560-914B-34E8383FDA52}" srcOrd="4" destOrd="0" presId="urn:microsoft.com/office/officeart/2005/8/layout/default"/>
    <dgm:cxn modelId="{2DB327EE-3A2A-41DE-A948-7E91B91D44B6}" type="presParOf" srcId="{C694312C-C441-416B-B0AB-88C812E071AE}" destId="{7BD948DE-B9DA-4483-9583-35853C4E97BF}" srcOrd="5" destOrd="0" presId="urn:microsoft.com/office/officeart/2005/8/layout/default"/>
    <dgm:cxn modelId="{2A472D05-A066-448C-A8C4-8A3D415F9244}" type="presParOf" srcId="{C694312C-C441-416B-B0AB-88C812E071AE}" destId="{79CA7B51-B20F-4FC6-A2AB-1968467FD707}" srcOrd="6" destOrd="0" presId="urn:microsoft.com/office/officeart/2005/8/layout/default"/>
    <dgm:cxn modelId="{3125E0F2-ECBE-4FC8-A95D-C4FF3EEC3F85}" type="presParOf" srcId="{C694312C-C441-416B-B0AB-88C812E071AE}" destId="{57667600-707D-42C5-9662-EEEAE91EEB6F}" srcOrd="7" destOrd="0" presId="urn:microsoft.com/office/officeart/2005/8/layout/default"/>
    <dgm:cxn modelId="{3A5E11B5-B137-44B7-B9AF-FC44F89C53CE}" type="presParOf" srcId="{C694312C-C441-416B-B0AB-88C812E071AE}" destId="{E039FA12-ABC0-49E2-800E-735FED0E0BB9}" srcOrd="8" destOrd="0" presId="urn:microsoft.com/office/officeart/2005/8/layout/default"/>
    <dgm:cxn modelId="{0A5BC401-CB5C-4B75-88D9-4BF6D1F3C5A3}" type="presParOf" srcId="{C694312C-C441-416B-B0AB-88C812E071AE}" destId="{313566C2-9E54-4FA2-ABA8-3C0F7124062E}" srcOrd="9" destOrd="0" presId="urn:microsoft.com/office/officeart/2005/8/layout/default"/>
    <dgm:cxn modelId="{95E3CF9E-0ABB-4F8D-8254-0ECAB6FE498F}" type="presParOf" srcId="{C694312C-C441-416B-B0AB-88C812E071AE}" destId="{2B9D3D1D-2AB6-4AC9-A6FE-C63BBA674C0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9D03B0-49DF-4B2E-BF51-AA144BD2F27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BF4FA9-7B35-4C6D-ADC6-23833CC279F3}">
      <dgm:prSet/>
      <dgm:spPr/>
      <dgm:t>
        <a:bodyPr/>
        <a:lstStyle/>
        <a:p>
          <a:r>
            <a:rPr lang="en-US"/>
            <a:t>int → KEYWORD</a:t>
          </a:r>
        </a:p>
      </dgm:t>
    </dgm:pt>
    <dgm:pt modelId="{DB80B9CB-BC1E-4F05-AB1A-5FCE804586C2}" type="parTrans" cxnId="{E54F7B11-BC0A-4D4C-B0AA-0F30808A045E}">
      <dgm:prSet/>
      <dgm:spPr/>
      <dgm:t>
        <a:bodyPr/>
        <a:lstStyle/>
        <a:p>
          <a:endParaRPr lang="en-US"/>
        </a:p>
      </dgm:t>
    </dgm:pt>
    <dgm:pt modelId="{CF73448D-D362-4C1A-A07D-2114B6DA98D2}" type="sibTrans" cxnId="{E54F7B11-BC0A-4D4C-B0AA-0F30808A045E}">
      <dgm:prSet/>
      <dgm:spPr/>
      <dgm:t>
        <a:bodyPr/>
        <a:lstStyle/>
        <a:p>
          <a:endParaRPr lang="en-US"/>
        </a:p>
      </dgm:t>
    </dgm:pt>
    <dgm:pt modelId="{96E94F7B-0DC4-4E72-8A4E-D7F912A6C266}">
      <dgm:prSet/>
      <dgm:spPr/>
      <dgm:t>
        <a:bodyPr/>
        <a:lstStyle/>
        <a:p>
          <a:r>
            <a:rPr lang="en-US"/>
            <a:t>a → IDENTIFIER</a:t>
          </a:r>
        </a:p>
      </dgm:t>
    </dgm:pt>
    <dgm:pt modelId="{CE782882-0C18-4541-BFBA-B81D3421C11F}" type="parTrans" cxnId="{352D9235-CA64-4AAC-8097-9827FA869212}">
      <dgm:prSet/>
      <dgm:spPr/>
      <dgm:t>
        <a:bodyPr/>
        <a:lstStyle/>
        <a:p>
          <a:endParaRPr lang="en-US"/>
        </a:p>
      </dgm:t>
    </dgm:pt>
    <dgm:pt modelId="{714F08EB-F8DB-4154-9A61-E02A5527C2D5}" type="sibTrans" cxnId="{352D9235-CA64-4AAC-8097-9827FA869212}">
      <dgm:prSet/>
      <dgm:spPr/>
      <dgm:t>
        <a:bodyPr/>
        <a:lstStyle/>
        <a:p>
          <a:endParaRPr lang="en-US"/>
        </a:p>
      </dgm:t>
    </dgm:pt>
    <dgm:pt modelId="{303B9D75-5F31-4C45-B461-0724F2580E7E}">
      <dgm:prSet/>
      <dgm:spPr/>
      <dgm:t>
        <a:bodyPr/>
        <a:lstStyle/>
        <a:p>
          <a:r>
            <a:rPr lang="en-US"/>
            <a:t>; → SYMBOL</a:t>
          </a:r>
        </a:p>
      </dgm:t>
    </dgm:pt>
    <dgm:pt modelId="{1823E584-AA2B-49BD-995B-EB8F6FFE67F3}" type="parTrans" cxnId="{CABDB0AB-0591-46BE-B2FC-19BB0B2DFAF6}">
      <dgm:prSet/>
      <dgm:spPr/>
      <dgm:t>
        <a:bodyPr/>
        <a:lstStyle/>
        <a:p>
          <a:endParaRPr lang="en-US"/>
        </a:p>
      </dgm:t>
    </dgm:pt>
    <dgm:pt modelId="{75FD011A-B01A-4CD1-B819-B178DCE1AD4E}" type="sibTrans" cxnId="{CABDB0AB-0591-46BE-B2FC-19BB0B2DFAF6}">
      <dgm:prSet/>
      <dgm:spPr/>
      <dgm:t>
        <a:bodyPr/>
        <a:lstStyle/>
        <a:p>
          <a:endParaRPr lang="en-US"/>
        </a:p>
      </dgm:t>
    </dgm:pt>
    <dgm:pt modelId="{B1BBB856-9156-4873-903D-C916FB2BBCF7}">
      <dgm:prSet/>
      <dgm:spPr/>
      <dgm:t>
        <a:bodyPr/>
        <a:lstStyle/>
        <a:p>
          <a:r>
            <a:rPr lang="en-US"/>
            <a:t>a → IDENTIFIER</a:t>
          </a:r>
        </a:p>
      </dgm:t>
    </dgm:pt>
    <dgm:pt modelId="{0E26707B-9194-4D57-AE88-B784DFD5198A}" type="parTrans" cxnId="{56C56EFB-2DE9-4265-A69B-08136E82CD2E}">
      <dgm:prSet/>
      <dgm:spPr/>
      <dgm:t>
        <a:bodyPr/>
        <a:lstStyle/>
        <a:p>
          <a:endParaRPr lang="en-US"/>
        </a:p>
      </dgm:t>
    </dgm:pt>
    <dgm:pt modelId="{B76E9BE8-4F97-4F71-80C2-667F2927A4FC}" type="sibTrans" cxnId="{56C56EFB-2DE9-4265-A69B-08136E82CD2E}">
      <dgm:prSet/>
      <dgm:spPr/>
      <dgm:t>
        <a:bodyPr/>
        <a:lstStyle/>
        <a:p>
          <a:endParaRPr lang="en-US"/>
        </a:p>
      </dgm:t>
    </dgm:pt>
    <dgm:pt modelId="{09FABEAA-AAD9-4A1E-A849-129AD090422B}">
      <dgm:prSet/>
      <dgm:spPr/>
      <dgm:t>
        <a:bodyPr/>
        <a:lstStyle/>
        <a:p>
          <a:r>
            <a:rPr lang="en-US"/>
            <a:t>= → OPERATOR</a:t>
          </a:r>
        </a:p>
      </dgm:t>
    </dgm:pt>
    <dgm:pt modelId="{E5B57E3C-0745-4A8D-812E-16982AB39460}" type="parTrans" cxnId="{EEE8A65F-F61A-41C8-BDFC-F01172B4F962}">
      <dgm:prSet/>
      <dgm:spPr/>
      <dgm:t>
        <a:bodyPr/>
        <a:lstStyle/>
        <a:p>
          <a:endParaRPr lang="en-US"/>
        </a:p>
      </dgm:t>
    </dgm:pt>
    <dgm:pt modelId="{E30CBF2E-DA41-4A34-88ED-70072278EB97}" type="sibTrans" cxnId="{EEE8A65F-F61A-41C8-BDFC-F01172B4F962}">
      <dgm:prSet/>
      <dgm:spPr/>
      <dgm:t>
        <a:bodyPr/>
        <a:lstStyle/>
        <a:p>
          <a:endParaRPr lang="en-US"/>
        </a:p>
      </dgm:t>
    </dgm:pt>
    <dgm:pt modelId="{EE7264E4-8C10-45C7-81FF-38AB1559BC79}">
      <dgm:prSet/>
      <dgm:spPr/>
      <dgm:t>
        <a:bodyPr/>
        <a:lstStyle/>
        <a:p>
          <a:r>
            <a:rPr lang="en-US"/>
            <a:t>5 → NUMBER</a:t>
          </a:r>
        </a:p>
      </dgm:t>
    </dgm:pt>
    <dgm:pt modelId="{04F1AF98-3301-427E-997C-D36BE5D01BA2}" type="parTrans" cxnId="{66B07467-4DE9-4F9B-B4DA-107AD71558FA}">
      <dgm:prSet/>
      <dgm:spPr/>
      <dgm:t>
        <a:bodyPr/>
        <a:lstStyle/>
        <a:p>
          <a:endParaRPr lang="en-US"/>
        </a:p>
      </dgm:t>
    </dgm:pt>
    <dgm:pt modelId="{CB372658-2F31-460E-9225-072669BEA211}" type="sibTrans" cxnId="{66B07467-4DE9-4F9B-B4DA-107AD71558FA}">
      <dgm:prSet/>
      <dgm:spPr/>
      <dgm:t>
        <a:bodyPr/>
        <a:lstStyle/>
        <a:p>
          <a:endParaRPr lang="en-US"/>
        </a:p>
      </dgm:t>
    </dgm:pt>
    <dgm:pt modelId="{0AFAC70F-763A-4BD5-9494-A5F4438E5996}">
      <dgm:prSet/>
      <dgm:spPr/>
      <dgm:t>
        <a:bodyPr/>
        <a:lstStyle/>
        <a:p>
          <a:r>
            <a:rPr lang="en-US"/>
            <a:t>+ → OPERATOR</a:t>
          </a:r>
        </a:p>
      </dgm:t>
    </dgm:pt>
    <dgm:pt modelId="{940CAE10-39F9-417A-B79F-67E8AFD9F143}" type="parTrans" cxnId="{CBC0B1A8-BC3B-4C4B-B345-C2A6C6D199F6}">
      <dgm:prSet/>
      <dgm:spPr/>
      <dgm:t>
        <a:bodyPr/>
        <a:lstStyle/>
        <a:p>
          <a:endParaRPr lang="en-US"/>
        </a:p>
      </dgm:t>
    </dgm:pt>
    <dgm:pt modelId="{AEE6D714-C635-4352-BA80-9328C0672537}" type="sibTrans" cxnId="{CBC0B1A8-BC3B-4C4B-B345-C2A6C6D199F6}">
      <dgm:prSet/>
      <dgm:spPr/>
      <dgm:t>
        <a:bodyPr/>
        <a:lstStyle/>
        <a:p>
          <a:endParaRPr lang="en-US"/>
        </a:p>
      </dgm:t>
    </dgm:pt>
    <dgm:pt modelId="{1A7286AF-9A2D-4DFC-A8C8-76288A840C06}">
      <dgm:prSet/>
      <dgm:spPr/>
      <dgm:t>
        <a:bodyPr/>
        <a:lstStyle/>
        <a:p>
          <a:r>
            <a:rPr lang="en-US"/>
            <a:t>3 → NUMBER</a:t>
          </a:r>
        </a:p>
      </dgm:t>
    </dgm:pt>
    <dgm:pt modelId="{D383C49F-BEF1-4C14-9277-5E84CEDBBCDA}" type="parTrans" cxnId="{CB358EBC-BAAE-4F78-96A3-8BEC6BE40617}">
      <dgm:prSet/>
      <dgm:spPr/>
      <dgm:t>
        <a:bodyPr/>
        <a:lstStyle/>
        <a:p>
          <a:endParaRPr lang="en-US"/>
        </a:p>
      </dgm:t>
    </dgm:pt>
    <dgm:pt modelId="{92D50D4E-EF9A-470E-AF46-9CC95FBC6D29}" type="sibTrans" cxnId="{CB358EBC-BAAE-4F78-96A3-8BEC6BE40617}">
      <dgm:prSet/>
      <dgm:spPr/>
      <dgm:t>
        <a:bodyPr/>
        <a:lstStyle/>
        <a:p>
          <a:endParaRPr lang="en-US"/>
        </a:p>
      </dgm:t>
    </dgm:pt>
    <dgm:pt modelId="{85FD1A31-DB1E-4065-8F7F-CB144FFA9E7A}">
      <dgm:prSet/>
      <dgm:spPr/>
      <dgm:t>
        <a:bodyPr/>
        <a:lstStyle/>
        <a:p>
          <a:r>
            <a:rPr lang="en-US"/>
            <a:t>; → SYMBOL</a:t>
          </a:r>
        </a:p>
      </dgm:t>
    </dgm:pt>
    <dgm:pt modelId="{DAB75EB8-638A-44E0-8FD1-1537CB15DA92}" type="parTrans" cxnId="{F40AFDAA-3A7C-4736-BCFC-3EDEE1DC07B5}">
      <dgm:prSet/>
      <dgm:spPr/>
      <dgm:t>
        <a:bodyPr/>
        <a:lstStyle/>
        <a:p>
          <a:endParaRPr lang="en-US"/>
        </a:p>
      </dgm:t>
    </dgm:pt>
    <dgm:pt modelId="{9D667A04-4DF6-4616-9993-2F36DB33C8ED}" type="sibTrans" cxnId="{F40AFDAA-3A7C-4736-BCFC-3EDEE1DC07B5}">
      <dgm:prSet/>
      <dgm:spPr/>
      <dgm:t>
        <a:bodyPr/>
        <a:lstStyle/>
        <a:p>
          <a:endParaRPr lang="en-US"/>
        </a:p>
      </dgm:t>
    </dgm:pt>
    <dgm:pt modelId="{F69ED64F-6540-4C21-8A0F-5F9B6AC900EA}" type="pres">
      <dgm:prSet presAssocID="{5B9D03B0-49DF-4B2E-BF51-AA144BD2F276}" presName="diagram" presStyleCnt="0">
        <dgm:presLayoutVars>
          <dgm:dir/>
          <dgm:resizeHandles val="exact"/>
        </dgm:presLayoutVars>
      </dgm:prSet>
      <dgm:spPr/>
    </dgm:pt>
    <dgm:pt modelId="{AB4F5643-9086-42D5-9A8A-886750A3C88A}" type="pres">
      <dgm:prSet presAssocID="{EBBF4FA9-7B35-4C6D-ADC6-23833CC279F3}" presName="node" presStyleLbl="node1" presStyleIdx="0" presStyleCnt="9">
        <dgm:presLayoutVars>
          <dgm:bulletEnabled val="1"/>
        </dgm:presLayoutVars>
      </dgm:prSet>
      <dgm:spPr/>
    </dgm:pt>
    <dgm:pt modelId="{9D744A1F-E639-4960-B74A-59B76BA4B50A}" type="pres">
      <dgm:prSet presAssocID="{CF73448D-D362-4C1A-A07D-2114B6DA98D2}" presName="sibTrans" presStyleCnt="0"/>
      <dgm:spPr/>
    </dgm:pt>
    <dgm:pt modelId="{59D984B6-98A3-491B-BB39-6A5613AFDD11}" type="pres">
      <dgm:prSet presAssocID="{96E94F7B-0DC4-4E72-8A4E-D7F912A6C266}" presName="node" presStyleLbl="node1" presStyleIdx="1" presStyleCnt="9">
        <dgm:presLayoutVars>
          <dgm:bulletEnabled val="1"/>
        </dgm:presLayoutVars>
      </dgm:prSet>
      <dgm:spPr/>
    </dgm:pt>
    <dgm:pt modelId="{9B8416FC-B95B-44A1-B220-D0BBCEEF0E24}" type="pres">
      <dgm:prSet presAssocID="{714F08EB-F8DB-4154-9A61-E02A5527C2D5}" presName="sibTrans" presStyleCnt="0"/>
      <dgm:spPr/>
    </dgm:pt>
    <dgm:pt modelId="{6C1B23D6-642E-4FE8-87DF-6681B28D7209}" type="pres">
      <dgm:prSet presAssocID="{303B9D75-5F31-4C45-B461-0724F2580E7E}" presName="node" presStyleLbl="node1" presStyleIdx="2" presStyleCnt="9">
        <dgm:presLayoutVars>
          <dgm:bulletEnabled val="1"/>
        </dgm:presLayoutVars>
      </dgm:prSet>
      <dgm:spPr/>
    </dgm:pt>
    <dgm:pt modelId="{5D80E608-FD9D-4C59-8CB7-7346BC92E7D5}" type="pres">
      <dgm:prSet presAssocID="{75FD011A-B01A-4CD1-B819-B178DCE1AD4E}" presName="sibTrans" presStyleCnt="0"/>
      <dgm:spPr/>
    </dgm:pt>
    <dgm:pt modelId="{859D5B05-2720-48AC-A1AA-AA6E8C5E556F}" type="pres">
      <dgm:prSet presAssocID="{B1BBB856-9156-4873-903D-C916FB2BBCF7}" presName="node" presStyleLbl="node1" presStyleIdx="3" presStyleCnt="9">
        <dgm:presLayoutVars>
          <dgm:bulletEnabled val="1"/>
        </dgm:presLayoutVars>
      </dgm:prSet>
      <dgm:spPr/>
    </dgm:pt>
    <dgm:pt modelId="{57057C6F-F581-425D-947B-0C540E2DCE9A}" type="pres">
      <dgm:prSet presAssocID="{B76E9BE8-4F97-4F71-80C2-667F2927A4FC}" presName="sibTrans" presStyleCnt="0"/>
      <dgm:spPr/>
    </dgm:pt>
    <dgm:pt modelId="{D933ABCC-FC01-4E48-AD39-3A5B2E0340A9}" type="pres">
      <dgm:prSet presAssocID="{09FABEAA-AAD9-4A1E-A849-129AD090422B}" presName="node" presStyleLbl="node1" presStyleIdx="4" presStyleCnt="9">
        <dgm:presLayoutVars>
          <dgm:bulletEnabled val="1"/>
        </dgm:presLayoutVars>
      </dgm:prSet>
      <dgm:spPr/>
    </dgm:pt>
    <dgm:pt modelId="{81380B09-B764-4EEB-BF71-6B4343DE7C97}" type="pres">
      <dgm:prSet presAssocID="{E30CBF2E-DA41-4A34-88ED-70072278EB97}" presName="sibTrans" presStyleCnt="0"/>
      <dgm:spPr/>
    </dgm:pt>
    <dgm:pt modelId="{2640A10E-E76D-43B7-997C-952A223AA4A2}" type="pres">
      <dgm:prSet presAssocID="{EE7264E4-8C10-45C7-81FF-38AB1559BC79}" presName="node" presStyleLbl="node1" presStyleIdx="5" presStyleCnt="9">
        <dgm:presLayoutVars>
          <dgm:bulletEnabled val="1"/>
        </dgm:presLayoutVars>
      </dgm:prSet>
      <dgm:spPr/>
    </dgm:pt>
    <dgm:pt modelId="{BFE35DFC-C08C-400F-95D4-647BAB1BE256}" type="pres">
      <dgm:prSet presAssocID="{CB372658-2F31-460E-9225-072669BEA211}" presName="sibTrans" presStyleCnt="0"/>
      <dgm:spPr/>
    </dgm:pt>
    <dgm:pt modelId="{45702257-A57D-43D5-8902-DCFFBBC95B83}" type="pres">
      <dgm:prSet presAssocID="{0AFAC70F-763A-4BD5-9494-A5F4438E5996}" presName="node" presStyleLbl="node1" presStyleIdx="6" presStyleCnt="9">
        <dgm:presLayoutVars>
          <dgm:bulletEnabled val="1"/>
        </dgm:presLayoutVars>
      </dgm:prSet>
      <dgm:spPr/>
    </dgm:pt>
    <dgm:pt modelId="{26560752-4CB4-496E-8190-769F65D809EE}" type="pres">
      <dgm:prSet presAssocID="{AEE6D714-C635-4352-BA80-9328C0672537}" presName="sibTrans" presStyleCnt="0"/>
      <dgm:spPr/>
    </dgm:pt>
    <dgm:pt modelId="{F39AA4B1-0293-4C29-9CCE-83082EF9B3C0}" type="pres">
      <dgm:prSet presAssocID="{1A7286AF-9A2D-4DFC-A8C8-76288A840C06}" presName="node" presStyleLbl="node1" presStyleIdx="7" presStyleCnt="9">
        <dgm:presLayoutVars>
          <dgm:bulletEnabled val="1"/>
        </dgm:presLayoutVars>
      </dgm:prSet>
      <dgm:spPr/>
    </dgm:pt>
    <dgm:pt modelId="{E4ACC456-2C6B-4345-8383-9FAA425E3D5D}" type="pres">
      <dgm:prSet presAssocID="{92D50D4E-EF9A-470E-AF46-9CC95FBC6D29}" presName="sibTrans" presStyleCnt="0"/>
      <dgm:spPr/>
    </dgm:pt>
    <dgm:pt modelId="{07D272B1-B819-4947-875B-5C14168BE242}" type="pres">
      <dgm:prSet presAssocID="{85FD1A31-DB1E-4065-8F7F-CB144FFA9E7A}" presName="node" presStyleLbl="node1" presStyleIdx="8" presStyleCnt="9">
        <dgm:presLayoutVars>
          <dgm:bulletEnabled val="1"/>
        </dgm:presLayoutVars>
      </dgm:prSet>
      <dgm:spPr/>
    </dgm:pt>
  </dgm:ptLst>
  <dgm:cxnLst>
    <dgm:cxn modelId="{61249D03-57FB-4F49-A75F-3126CF45ED4E}" type="presOf" srcId="{EBBF4FA9-7B35-4C6D-ADC6-23833CC279F3}" destId="{AB4F5643-9086-42D5-9A8A-886750A3C88A}" srcOrd="0" destOrd="0" presId="urn:microsoft.com/office/officeart/2005/8/layout/default"/>
    <dgm:cxn modelId="{E54F7B11-BC0A-4D4C-B0AA-0F30808A045E}" srcId="{5B9D03B0-49DF-4B2E-BF51-AA144BD2F276}" destId="{EBBF4FA9-7B35-4C6D-ADC6-23833CC279F3}" srcOrd="0" destOrd="0" parTransId="{DB80B9CB-BC1E-4F05-AB1A-5FCE804586C2}" sibTransId="{CF73448D-D362-4C1A-A07D-2114B6DA98D2}"/>
    <dgm:cxn modelId="{F783B415-4BAB-4E07-AEBC-AFC1C65934A3}" type="presOf" srcId="{96E94F7B-0DC4-4E72-8A4E-D7F912A6C266}" destId="{59D984B6-98A3-491B-BB39-6A5613AFDD11}" srcOrd="0" destOrd="0" presId="urn:microsoft.com/office/officeart/2005/8/layout/default"/>
    <dgm:cxn modelId="{088F8E17-3442-46D5-BB54-D21B0A6494EC}" type="presOf" srcId="{85FD1A31-DB1E-4065-8F7F-CB144FFA9E7A}" destId="{07D272B1-B819-4947-875B-5C14168BE242}" srcOrd="0" destOrd="0" presId="urn:microsoft.com/office/officeart/2005/8/layout/default"/>
    <dgm:cxn modelId="{8D4D431D-2F9F-4AB8-AE0A-95BE6D7FAE09}" type="presOf" srcId="{B1BBB856-9156-4873-903D-C916FB2BBCF7}" destId="{859D5B05-2720-48AC-A1AA-AA6E8C5E556F}" srcOrd="0" destOrd="0" presId="urn:microsoft.com/office/officeart/2005/8/layout/default"/>
    <dgm:cxn modelId="{352D9235-CA64-4AAC-8097-9827FA869212}" srcId="{5B9D03B0-49DF-4B2E-BF51-AA144BD2F276}" destId="{96E94F7B-0DC4-4E72-8A4E-D7F912A6C266}" srcOrd="1" destOrd="0" parTransId="{CE782882-0C18-4541-BFBA-B81D3421C11F}" sibTransId="{714F08EB-F8DB-4154-9A61-E02A5527C2D5}"/>
    <dgm:cxn modelId="{55D2943C-79FE-4CDB-BB31-BB12BFFEA654}" type="presOf" srcId="{0AFAC70F-763A-4BD5-9494-A5F4438E5996}" destId="{45702257-A57D-43D5-8902-DCFFBBC95B83}" srcOrd="0" destOrd="0" presId="urn:microsoft.com/office/officeart/2005/8/layout/default"/>
    <dgm:cxn modelId="{EEE8A65F-F61A-41C8-BDFC-F01172B4F962}" srcId="{5B9D03B0-49DF-4B2E-BF51-AA144BD2F276}" destId="{09FABEAA-AAD9-4A1E-A849-129AD090422B}" srcOrd="4" destOrd="0" parTransId="{E5B57E3C-0745-4A8D-812E-16982AB39460}" sibTransId="{E30CBF2E-DA41-4A34-88ED-70072278EB97}"/>
    <dgm:cxn modelId="{66B07467-4DE9-4F9B-B4DA-107AD71558FA}" srcId="{5B9D03B0-49DF-4B2E-BF51-AA144BD2F276}" destId="{EE7264E4-8C10-45C7-81FF-38AB1559BC79}" srcOrd="5" destOrd="0" parTransId="{04F1AF98-3301-427E-997C-D36BE5D01BA2}" sibTransId="{CB372658-2F31-460E-9225-072669BEA211}"/>
    <dgm:cxn modelId="{23B51648-8B7F-4783-ABB6-21D4D3F295B2}" type="presOf" srcId="{1A7286AF-9A2D-4DFC-A8C8-76288A840C06}" destId="{F39AA4B1-0293-4C29-9CCE-83082EF9B3C0}" srcOrd="0" destOrd="0" presId="urn:microsoft.com/office/officeart/2005/8/layout/default"/>
    <dgm:cxn modelId="{0F25984E-E8AC-4DF2-A87E-35DB9E1F3D06}" type="presOf" srcId="{303B9D75-5F31-4C45-B461-0724F2580E7E}" destId="{6C1B23D6-642E-4FE8-87DF-6681B28D7209}" srcOrd="0" destOrd="0" presId="urn:microsoft.com/office/officeart/2005/8/layout/default"/>
    <dgm:cxn modelId="{31B7969B-52E1-4B27-AD33-821B360D127C}" type="presOf" srcId="{5B9D03B0-49DF-4B2E-BF51-AA144BD2F276}" destId="{F69ED64F-6540-4C21-8A0F-5F9B6AC900EA}" srcOrd="0" destOrd="0" presId="urn:microsoft.com/office/officeart/2005/8/layout/default"/>
    <dgm:cxn modelId="{CBC0B1A8-BC3B-4C4B-B345-C2A6C6D199F6}" srcId="{5B9D03B0-49DF-4B2E-BF51-AA144BD2F276}" destId="{0AFAC70F-763A-4BD5-9494-A5F4438E5996}" srcOrd="6" destOrd="0" parTransId="{940CAE10-39F9-417A-B79F-67E8AFD9F143}" sibTransId="{AEE6D714-C635-4352-BA80-9328C0672537}"/>
    <dgm:cxn modelId="{F40AFDAA-3A7C-4736-BCFC-3EDEE1DC07B5}" srcId="{5B9D03B0-49DF-4B2E-BF51-AA144BD2F276}" destId="{85FD1A31-DB1E-4065-8F7F-CB144FFA9E7A}" srcOrd="8" destOrd="0" parTransId="{DAB75EB8-638A-44E0-8FD1-1537CB15DA92}" sibTransId="{9D667A04-4DF6-4616-9993-2F36DB33C8ED}"/>
    <dgm:cxn modelId="{CABDB0AB-0591-46BE-B2FC-19BB0B2DFAF6}" srcId="{5B9D03B0-49DF-4B2E-BF51-AA144BD2F276}" destId="{303B9D75-5F31-4C45-B461-0724F2580E7E}" srcOrd="2" destOrd="0" parTransId="{1823E584-AA2B-49BD-995B-EB8F6FFE67F3}" sibTransId="{75FD011A-B01A-4CD1-B819-B178DCE1AD4E}"/>
    <dgm:cxn modelId="{AA8F43BC-A20C-4D93-A929-6161927C050A}" type="presOf" srcId="{09FABEAA-AAD9-4A1E-A849-129AD090422B}" destId="{D933ABCC-FC01-4E48-AD39-3A5B2E0340A9}" srcOrd="0" destOrd="0" presId="urn:microsoft.com/office/officeart/2005/8/layout/default"/>
    <dgm:cxn modelId="{CB358EBC-BAAE-4F78-96A3-8BEC6BE40617}" srcId="{5B9D03B0-49DF-4B2E-BF51-AA144BD2F276}" destId="{1A7286AF-9A2D-4DFC-A8C8-76288A840C06}" srcOrd="7" destOrd="0" parTransId="{D383C49F-BEF1-4C14-9277-5E84CEDBBCDA}" sibTransId="{92D50D4E-EF9A-470E-AF46-9CC95FBC6D29}"/>
    <dgm:cxn modelId="{3075D7CC-7936-4908-B76C-A39AE8367729}" type="presOf" srcId="{EE7264E4-8C10-45C7-81FF-38AB1559BC79}" destId="{2640A10E-E76D-43B7-997C-952A223AA4A2}" srcOrd="0" destOrd="0" presId="urn:microsoft.com/office/officeart/2005/8/layout/default"/>
    <dgm:cxn modelId="{56C56EFB-2DE9-4265-A69B-08136E82CD2E}" srcId="{5B9D03B0-49DF-4B2E-BF51-AA144BD2F276}" destId="{B1BBB856-9156-4873-903D-C916FB2BBCF7}" srcOrd="3" destOrd="0" parTransId="{0E26707B-9194-4D57-AE88-B784DFD5198A}" sibTransId="{B76E9BE8-4F97-4F71-80C2-667F2927A4FC}"/>
    <dgm:cxn modelId="{88C0293A-9317-4DEC-8D31-1D435DA1B04E}" type="presParOf" srcId="{F69ED64F-6540-4C21-8A0F-5F9B6AC900EA}" destId="{AB4F5643-9086-42D5-9A8A-886750A3C88A}" srcOrd="0" destOrd="0" presId="urn:microsoft.com/office/officeart/2005/8/layout/default"/>
    <dgm:cxn modelId="{4CB7B83B-9B97-4202-A99A-6BFCF5E2BB84}" type="presParOf" srcId="{F69ED64F-6540-4C21-8A0F-5F9B6AC900EA}" destId="{9D744A1F-E639-4960-B74A-59B76BA4B50A}" srcOrd="1" destOrd="0" presId="urn:microsoft.com/office/officeart/2005/8/layout/default"/>
    <dgm:cxn modelId="{013ABE67-F360-4055-B26D-1E4299750210}" type="presParOf" srcId="{F69ED64F-6540-4C21-8A0F-5F9B6AC900EA}" destId="{59D984B6-98A3-491B-BB39-6A5613AFDD11}" srcOrd="2" destOrd="0" presId="urn:microsoft.com/office/officeart/2005/8/layout/default"/>
    <dgm:cxn modelId="{8D8112E4-7FBA-4821-A1BC-17850599F5B8}" type="presParOf" srcId="{F69ED64F-6540-4C21-8A0F-5F9B6AC900EA}" destId="{9B8416FC-B95B-44A1-B220-D0BBCEEF0E24}" srcOrd="3" destOrd="0" presId="urn:microsoft.com/office/officeart/2005/8/layout/default"/>
    <dgm:cxn modelId="{396C38F0-8972-4E56-9BD6-D37FD02F32BA}" type="presParOf" srcId="{F69ED64F-6540-4C21-8A0F-5F9B6AC900EA}" destId="{6C1B23D6-642E-4FE8-87DF-6681B28D7209}" srcOrd="4" destOrd="0" presId="urn:microsoft.com/office/officeart/2005/8/layout/default"/>
    <dgm:cxn modelId="{08E66A1B-21EF-40DF-8115-C184F205A236}" type="presParOf" srcId="{F69ED64F-6540-4C21-8A0F-5F9B6AC900EA}" destId="{5D80E608-FD9D-4C59-8CB7-7346BC92E7D5}" srcOrd="5" destOrd="0" presId="urn:microsoft.com/office/officeart/2005/8/layout/default"/>
    <dgm:cxn modelId="{7CD80539-9B53-4782-BAC6-A48B154EF55B}" type="presParOf" srcId="{F69ED64F-6540-4C21-8A0F-5F9B6AC900EA}" destId="{859D5B05-2720-48AC-A1AA-AA6E8C5E556F}" srcOrd="6" destOrd="0" presId="urn:microsoft.com/office/officeart/2005/8/layout/default"/>
    <dgm:cxn modelId="{8906907E-6DB3-4055-A6E9-7794B1347B41}" type="presParOf" srcId="{F69ED64F-6540-4C21-8A0F-5F9B6AC900EA}" destId="{57057C6F-F581-425D-947B-0C540E2DCE9A}" srcOrd="7" destOrd="0" presId="urn:microsoft.com/office/officeart/2005/8/layout/default"/>
    <dgm:cxn modelId="{AE8CD8D7-A050-4A00-A22B-BE6AAFE5DBED}" type="presParOf" srcId="{F69ED64F-6540-4C21-8A0F-5F9B6AC900EA}" destId="{D933ABCC-FC01-4E48-AD39-3A5B2E0340A9}" srcOrd="8" destOrd="0" presId="urn:microsoft.com/office/officeart/2005/8/layout/default"/>
    <dgm:cxn modelId="{D23A4475-4A16-465E-B458-9A343D1176FF}" type="presParOf" srcId="{F69ED64F-6540-4C21-8A0F-5F9B6AC900EA}" destId="{81380B09-B764-4EEB-BF71-6B4343DE7C97}" srcOrd="9" destOrd="0" presId="urn:microsoft.com/office/officeart/2005/8/layout/default"/>
    <dgm:cxn modelId="{B9003831-3928-4D2D-83F4-1EB7FBBA1620}" type="presParOf" srcId="{F69ED64F-6540-4C21-8A0F-5F9B6AC900EA}" destId="{2640A10E-E76D-43B7-997C-952A223AA4A2}" srcOrd="10" destOrd="0" presId="urn:microsoft.com/office/officeart/2005/8/layout/default"/>
    <dgm:cxn modelId="{B307CBCB-667A-417B-A228-86FF233DA1DE}" type="presParOf" srcId="{F69ED64F-6540-4C21-8A0F-5F9B6AC900EA}" destId="{BFE35DFC-C08C-400F-95D4-647BAB1BE256}" srcOrd="11" destOrd="0" presId="urn:microsoft.com/office/officeart/2005/8/layout/default"/>
    <dgm:cxn modelId="{45C9545C-E2DE-496F-8B1D-790BB9F68543}" type="presParOf" srcId="{F69ED64F-6540-4C21-8A0F-5F9B6AC900EA}" destId="{45702257-A57D-43D5-8902-DCFFBBC95B83}" srcOrd="12" destOrd="0" presId="urn:microsoft.com/office/officeart/2005/8/layout/default"/>
    <dgm:cxn modelId="{503570DB-2169-44FF-8056-D301C061D623}" type="presParOf" srcId="{F69ED64F-6540-4C21-8A0F-5F9B6AC900EA}" destId="{26560752-4CB4-496E-8190-769F65D809EE}" srcOrd="13" destOrd="0" presId="urn:microsoft.com/office/officeart/2005/8/layout/default"/>
    <dgm:cxn modelId="{6E31DF5D-0224-4348-9728-AA41249F6ADF}" type="presParOf" srcId="{F69ED64F-6540-4C21-8A0F-5F9B6AC900EA}" destId="{F39AA4B1-0293-4C29-9CCE-83082EF9B3C0}" srcOrd="14" destOrd="0" presId="urn:microsoft.com/office/officeart/2005/8/layout/default"/>
    <dgm:cxn modelId="{FD862F07-A95C-408E-AAF9-F1090A3AAE8A}" type="presParOf" srcId="{F69ED64F-6540-4C21-8A0F-5F9B6AC900EA}" destId="{E4ACC456-2C6B-4345-8383-9FAA425E3D5D}" srcOrd="15" destOrd="0" presId="urn:microsoft.com/office/officeart/2005/8/layout/default"/>
    <dgm:cxn modelId="{2FCED6E1-66B5-495C-B18D-2D19B2392470}" type="presParOf" srcId="{F69ED64F-6540-4C21-8A0F-5F9B6AC900EA}" destId="{07D272B1-B819-4947-875B-5C14168BE242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E63A5F-49F4-4DAB-8B18-BAEEABDD4687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2201F93-61EF-4A48-83AD-79F8AEEB99CE}">
      <dgm:prSet/>
      <dgm:spPr/>
      <dgm:t>
        <a:bodyPr/>
        <a:lstStyle/>
        <a:p>
          <a:r>
            <a:rPr lang="en-US" dirty="0"/>
            <a:t>Checks:</a:t>
          </a:r>
        </a:p>
      </dgm:t>
    </dgm:pt>
    <dgm:pt modelId="{B6FC2884-25F9-4250-9B45-8EBBB4DA2657}" type="parTrans" cxnId="{C80FB5AE-E81B-42AC-980C-5596557FF8EE}">
      <dgm:prSet/>
      <dgm:spPr/>
      <dgm:t>
        <a:bodyPr/>
        <a:lstStyle/>
        <a:p>
          <a:endParaRPr lang="en-US"/>
        </a:p>
      </dgm:t>
    </dgm:pt>
    <dgm:pt modelId="{9EEA8C85-F09B-4EDB-948A-F3F6A246424F}" type="sibTrans" cxnId="{C80FB5AE-E81B-42AC-980C-5596557FF8EE}">
      <dgm:prSet/>
      <dgm:spPr/>
      <dgm:t>
        <a:bodyPr/>
        <a:lstStyle/>
        <a:p>
          <a:endParaRPr lang="en-US"/>
        </a:p>
      </dgm:t>
    </dgm:pt>
    <dgm:pt modelId="{47B03C5F-7699-4E0D-8BBC-F1E403B13BC0}">
      <dgm:prSet/>
      <dgm:spPr/>
      <dgm:t>
        <a:bodyPr/>
        <a:lstStyle/>
        <a:p>
          <a:r>
            <a:rPr lang="en-US" dirty="0"/>
            <a:t>Variable declared</a:t>
          </a:r>
        </a:p>
      </dgm:t>
    </dgm:pt>
    <dgm:pt modelId="{E3560775-A515-481D-8BF4-A01F552ADDCE}" type="parTrans" cxnId="{9766C929-C111-4CAA-85DE-DF8298BF63E2}">
      <dgm:prSet/>
      <dgm:spPr/>
      <dgm:t>
        <a:bodyPr/>
        <a:lstStyle/>
        <a:p>
          <a:endParaRPr lang="en-US"/>
        </a:p>
      </dgm:t>
    </dgm:pt>
    <dgm:pt modelId="{8C095B6B-A776-497B-854F-187B0B3AE658}" type="sibTrans" cxnId="{9766C929-C111-4CAA-85DE-DF8298BF63E2}">
      <dgm:prSet/>
      <dgm:spPr/>
      <dgm:t>
        <a:bodyPr/>
        <a:lstStyle/>
        <a:p>
          <a:endParaRPr lang="en-US"/>
        </a:p>
      </dgm:t>
    </dgm:pt>
    <dgm:pt modelId="{EE95A72A-4C87-4A40-8A90-31DBE0612F18}">
      <dgm:prSet/>
      <dgm:spPr/>
      <dgm:t>
        <a:bodyPr/>
        <a:lstStyle/>
        <a:p>
          <a:r>
            <a:rPr lang="en-US" dirty="0"/>
            <a:t>Type compatibility</a:t>
          </a:r>
        </a:p>
      </dgm:t>
    </dgm:pt>
    <dgm:pt modelId="{193E26AC-6FC2-4C02-A100-1CD5FF0655A0}" type="parTrans" cxnId="{CE520794-03B5-44C0-B853-5F5AD157DA3B}">
      <dgm:prSet/>
      <dgm:spPr/>
      <dgm:t>
        <a:bodyPr/>
        <a:lstStyle/>
        <a:p>
          <a:endParaRPr lang="en-US"/>
        </a:p>
      </dgm:t>
    </dgm:pt>
    <dgm:pt modelId="{A16DE6C7-FD89-4A99-B3F8-C49B8BA6772E}" type="sibTrans" cxnId="{CE520794-03B5-44C0-B853-5F5AD157DA3B}">
      <dgm:prSet/>
      <dgm:spPr/>
      <dgm:t>
        <a:bodyPr/>
        <a:lstStyle/>
        <a:p>
          <a:endParaRPr lang="en-US"/>
        </a:p>
      </dgm:t>
    </dgm:pt>
    <dgm:pt modelId="{5386993A-AAB4-481E-81D3-188D3838A90D}">
      <dgm:prSet/>
      <dgm:spPr/>
      <dgm:t>
        <a:bodyPr/>
        <a:lstStyle/>
        <a:p>
          <a:r>
            <a:rPr lang="en-US" dirty="0"/>
            <a:t>Valid operations</a:t>
          </a:r>
        </a:p>
      </dgm:t>
    </dgm:pt>
    <dgm:pt modelId="{74031AF5-A7B1-4923-B764-A65945353BFB}" type="parTrans" cxnId="{0EE0B6A6-7C92-4426-8AD0-4647DC10CB7F}">
      <dgm:prSet/>
      <dgm:spPr/>
      <dgm:t>
        <a:bodyPr/>
        <a:lstStyle/>
        <a:p>
          <a:endParaRPr lang="en-US"/>
        </a:p>
      </dgm:t>
    </dgm:pt>
    <dgm:pt modelId="{03A51CB7-2981-4373-96A1-77D43573494F}" type="sibTrans" cxnId="{0EE0B6A6-7C92-4426-8AD0-4647DC10CB7F}">
      <dgm:prSet/>
      <dgm:spPr/>
      <dgm:t>
        <a:bodyPr/>
        <a:lstStyle/>
        <a:p>
          <a:endParaRPr lang="en-US"/>
        </a:p>
      </dgm:t>
    </dgm:pt>
    <dgm:pt modelId="{8FDE2DF5-CB76-4E3B-995B-FC3725ABD8EE}" type="pres">
      <dgm:prSet presAssocID="{0CE63A5F-49F4-4DAB-8B18-BAEEABDD4687}" presName="Name0" presStyleCnt="0">
        <dgm:presLayoutVars>
          <dgm:dir/>
          <dgm:animLvl val="lvl"/>
          <dgm:resizeHandles val="exact"/>
        </dgm:presLayoutVars>
      </dgm:prSet>
      <dgm:spPr/>
    </dgm:pt>
    <dgm:pt modelId="{F5A21020-268A-4137-B953-470F61CF1B29}" type="pres">
      <dgm:prSet presAssocID="{42201F93-61EF-4A48-83AD-79F8AEEB99CE}" presName="linNode" presStyleCnt="0"/>
      <dgm:spPr/>
    </dgm:pt>
    <dgm:pt modelId="{811CC649-270A-4B0D-9962-EB45ECFA63DE}" type="pres">
      <dgm:prSet presAssocID="{42201F93-61EF-4A48-83AD-79F8AEEB99CE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0452431-4443-4114-809A-8F49582DC0A5}" type="pres">
      <dgm:prSet presAssocID="{9EEA8C85-F09B-4EDB-948A-F3F6A246424F}" presName="sp" presStyleCnt="0"/>
      <dgm:spPr/>
    </dgm:pt>
    <dgm:pt modelId="{E46F6987-0B8E-4A05-914E-1F8A97463C51}" type="pres">
      <dgm:prSet presAssocID="{47B03C5F-7699-4E0D-8BBC-F1E403B13BC0}" presName="linNode" presStyleCnt="0"/>
      <dgm:spPr/>
    </dgm:pt>
    <dgm:pt modelId="{AC409A64-069F-4D3C-A1F4-F81FC163E195}" type="pres">
      <dgm:prSet presAssocID="{47B03C5F-7699-4E0D-8BBC-F1E403B13BC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BB2D1DA-EF65-447D-91DC-498163F312AE}" type="pres">
      <dgm:prSet presAssocID="{8C095B6B-A776-497B-854F-187B0B3AE658}" presName="sp" presStyleCnt="0"/>
      <dgm:spPr/>
    </dgm:pt>
    <dgm:pt modelId="{3A824D69-E88D-4AFA-96DF-CB9D4F958012}" type="pres">
      <dgm:prSet presAssocID="{EE95A72A-4C87-4A40-8A90-31DBE0612F18}" presName="linNode" presStyleCnt="0"/>
      <dgm:spPr/>
    </dgm:pt>
    <dgm:pt modelId="{B6A1F43C-CD77-47AB-881F-A7552AF9BF23}" type="pres">
      <dgm:prSet presAssocID="{EE95A72A-4C87-4A40-8A90-31DBE0612F1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B646800-2D88-4B83-BB9C-E7BDC4ED17C2}" type="pres">
      <dgm:prSet presAssocID="{A16DE6C7-FD89-4A99-B3F8-C49B8BA6772E}" presName="sp" presStyleCnt="0"/>
      <dgm:spPr/>
    </dgm:pt>
    <dgm:pt modelId="{939384AC-CAE8-4448-A52E-D934822E65D8}" type="pres">
      <dgm:prSet presAssocID="{5386993A-AAB4-481E-81D3-188D3838A90D}" presName="linNode" presStyleCnt="0"/>
      <dgm:spPr/>
    </dgm:pt>
    <dgm:pt modelId="{E2D2CB27-69BE-4AA8-B411-6509874C8679}" type="pres">
      <dgm:prSet presAssocID="{5386993A-AAB4-481E-81D3-188D3838A90D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9766C929-C111-4CAA-85DE-DF8298BF63E2}" srcId="{0CE63A5F-49F4-4DAB-8B18-BAEEABDD4687}" destId="{47B03C5F-7699-4E0D-8BBC-F1E403B13BC0}" srcOrd="1" destOrd="0" parTransId="{E3560775-A515-481D-8BF4-A01F552ADDCE}" sibTransId="{8C095B6B-A776-497B-854F-187B0B3AE658}"/>
    <dgm:cxn modelId="{6BCCA833-C062-45E8-A12E-107435DDA0EC}" type="presOf" srcId="{47B03C5F-7699-4E0D-8BBC-F1E403B13BC0}" destId="{AC409A64-069F-4D3C-A1F4-F81FC163E195}" srcOrd="0" destOrd="0" presId="urn:microsoft.com/office/officeart/2005/8/layout/vList5"/>
    <dgm:cxn modelId="{8210B944-F245-4528-A571-9531EAD0B92D}" type="presOf" srcId="{EE95A72A-4C87-4A40-8A90-31DBE0612F18}" destId="{B6A1F43C-CD77-47AB-881F-A7552AF9BF23}" srcOrd="0" destOrd="0" presId="urn:microsoft.com/office/officeart/2005/8/layout/vList5"/>
    <dgm:cxn modelId="{4D20A86E-D24E-4062-AF0C-5AE77072B578}" type="presOf" srcId="{5386993A-AAB4-481E-81D3-188D3838A90D}" destId="{E2D2CB27-69BE-4AA8-B411-6509874C8679}" srcOrd="0" destOrd="0" presId="urn:microsoft.com/office/officeart/2005/8/layout/vList5"/>
    <dgm:cxn modelId="{14015C76-939C-44C8-8E36-727829FA8CE9}" type="presOf" srcId="{42201F93-61EF-4A48-83AD-79F8AEEB99CE}" destId="{811CC649-270A-4B0D-9962-EB45ECFA63DE}" srcOrd="0" destOrd="0" presId="urn:microsoft.com/office/officeart/2005/8/layout/vList5"/>
    <dgm:cxn modelId="{CE520794-03B5-44C0-B853-5F5AD157DA3B}" srcId="{0CE63A5F-49F4-4DAB-8B18-BAEEABDD4687}" destId="{EE95A72A-4C87-4A40-8A90-31DBE0612F18}" srcOrd="2" destOrd="0" parTransId="{193E26AC-6FC2-4C02-A100-1CD5FF0655A0}" sibTransId="{A16DE6C7-FD89-4A99-B3F8-C49B8BA6772E}"/>
    <dgm:cxn modelId="{0EE0B6A6-7C92-4426-8AD0-4647DC10CB7F}" srcId="{0CE63A5F-49F4-4DAB-8B18-BAEEABDD4687}" destId="{5386993A-AAB4-481E-81D3-188D3838A90D}" srcOrd="3" destOrd="0" parTransId="{74031AF5-A7B1-4923-B764-A65945353BFB}" sibTransId="{03A51CB7-2981-4373-96A1-77D43573494F}"/>
    <dgm:cxn modelId="{C80FB5AE-E81B-42AC-980C-5596557FF8EE}" srcId="{0CE63A5F-49F4-4DAB-8B18-BAEEABDD4687}" destId="{42201F93-61EF-4A48-83AD-79F8AEEB99CE}" srcOrd="0" destOrd="0" parTransId="{B6FC2884-25F9-4250-9B45-8EBBB4DA2657}" sibTransId="{9EEA8C85-F09B-4EDB-948A-F3F6A246424F}"/>
    <dgm:cxn modelId="{2D9D31C9-1B9A-4B86-BE38-81C01A290AAF}" type="presOf" srcId="{0CE63A5F-49F4-4DAB-8B18-BAEEABDD4687}" destId="{8FDE2DF5-CB76-4E3B-995B-FC3725ABD8EE}" srcOrd="0" destOrd="0" presId="urn:microsoft.com/office/officeart/2005/8/layout/vList5"/>
    <dgm:cxn modelId="{ED6FD27F-3DED-4BF2-9884-400143CD73B8}" type="presParOf" srcId="{8FDE2DF5-CB76-4E3B-995B-FC3725ABD8EE}" destId="{F5A21020-268A-4137-B953-470F61CF1B29}" srcOrd="0" destOrd="0" presId="urn:microsoft.com/office/officeart/2005/8/layout/vList5"/>
    <dgm:cxn modelId="{23213865-BDE3-40F6-A721-679B7452C44D}" type="presParOf" srcId="{F5A21020-268A-4137-B953-470F61CF1B29}" destId="{811CC649-270A-4B0D-9962-EB45ECFA63DE}" srcOrd="0" destOrd="0" presId="urn:microsoft.com/office/officeart/2005/8/layout/vList5"/>
    <dgm:cxn modelId="{2CEE17AD-1010-4A62-B32C-C466F95BB00C}" type="presParOf" srcId="{8FDE2DF5-CB76-4E3B-995B-FC3725ABD8EE}" destId="{40452431-4443-4114-809A-8F49582DC0A5}" srcOrd="1" destOrd="0" presId="urn:microsoft.com/office/officeart/2005/8/layout/vList5"/>
    <dgm:cxn modelId="{DECBBD8F-29F1-40B5-819E-92B4BB262022}" type="presParOf" srcId="{8FDE2DF5-CB76-4E3B-995B-FC3725ABD8EE}" destId="{E46F6987-0B8E-4A05-914E-1F8A97463C51}" srcOrd="2" destOrd="0" presId="urn:microsoft.com/office/officeart/2005/8/layout/vList5"/>
    <dgm:cxn modelId="{3A3C84A2-B968-4FC5-B80E-D93DC4C60F61}" type="presParOf" srcId="{E46F6987-0B8E-4A05-914E-1F8A97463C51}" destId="{AC409A64-069F-4D3C-A1F4-F81FC163E195}" srcOrd="0" destOrd="0" presId="urn:microsoft.com/office/officeart/2005/8/layout/vList5"/>
    <dgm:cxn modelId="{F885B640-FE4A-462D-B931-C8D9B68AD8ED}" type="presParOf" srcId="{8FDE2DF5-CB76-4E3B-995B-FC3725ABD8EE}" destId="{4BB2D1DA-EF65-447D-91DC-498163F312AE}" srcOrd="3" destOrd="0" presId="urn:microsoft.com/office/officeart/2005/8/layout/vList5"/>
    <dgm:cxn modelId="{DE069867-028D-4FBA-97AC-8F47A868FE11}" type="presParOf" srcId="{8FDE2DF5-CB76-4E3B-995B-FC3725ABD8EE}" destId="{3A824D69-E88D-4AFA-96DF-CB9D4F958012}" srcOrd="4" destOrd="0" presId="urn:microsoft.com/office/officeart/2005/8/layout/vList5"/>
    <dgm:cxn modelId="{F17763D8-4A92-4F7B-B708-7A7F193E1695}" type="presParOf" srcId="{3A824D69-E88D-4AFA-96DF-CB9D4F958012}" destId="{B6A1F43C-CD77-47AB-881F-A7552AF9BF23}" srcOrd="0" destOrd="0" presId="urn:microsoft.com/office/officeart/2005/8/layout/vList5"/>
    <dgm:cxn modelId="{25E07767-50CA-4966-93C1-DA064704B241}" type="presParOf" srcId="{8FDE2DF5-CB76-4E3B-995B-FC3725ABD8EE}" destId="{7B646800-2D88-4B83-BB9C-E7BDC4ED17C2}" srcOrd="5" destOrd="0" presId="urn:microsoft.com/office/officeart/2005/8/layout/vList5"/>
    <dgm:cxn modelId="{FCD97960-FD6E-4ED9-925D-56B6202E7DF7}" type="presParOf" srcId="{8FDE2DF5-CB76-4E3B-995B-FC3725ABD8EE}" destId="{939384AC-CAE8-4448-A52E-D934822E65D8}" srcOrd="6" destOrd="0" presId="urn:microsoft.com/office/officeart/2005/8/layout/vList5"/>
    <dgm:cxn modelId="{8AA72BAA-E501-4FF0-BE6C-C860EF337F60}" type="presParOf" srcId="{939384AC-CAE8-4448-A52E-D934822E65D8}" destId="{E2D2CB27-69BE-4AA8-B411-6509874C867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F9D191-1651-433D-A4DE-086E6BFE9E99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82634F-9B18-4EE7-9990-8F1180F9154D}">
      <dgm:prSet/>
      <dgm:spPr/>
      <dgm:t>
        <a:bodyPr/>
        <a:lstStyle/>
        <a:p>
          <a:pPr rtl="0"/>
          <a:r>
            <a:rPr lang="en-US" dirty="0"/>
            <a:t>Purpose:</a:t>
          </a:r>
          <a:endParaRPr lang="en-US" dirty="0">
            <a:latin typeface="Calibri"/>
          </a:endParaRPr>
        </a:p>
      </dgm:t>
    </dgm:pt>
    <dgm:pt modelId="{D50EFAE9-935C-4FE1-A47E-191C8BDE7DF3}" type="parTrans" cxnId="{1945AAFF-00C4-4BAD-8A5D-48F928754BB8}">
      <dgm:prSet/>
      <dgm:spPr/>
      <dgm:t>
        <a:bodyPr/>
        <a:lstStyle/>
        <a:p>
          <a:endParaRPr lang="en-US"/>
        </a:p>
      </dgm:t>
    </dgm:pt>
    <dgm:pt modelId="{89B9C07A-F468-4DF6-A2D1-7CC055D1E55C}" type="sibTrans" cxnId="{1945AAFF-00C4-4BAD-8A5D-48F928754BB8}">
      <dgm:prSet/>
      <dgm:spPr/>
      <dgm:t>
        <a:bodyPr/>
        <a:lstStyle/>
        <a:p>
          <a:endParaRPr lang="en-US"/>
        </a:p>
      </dgm:t>
    </dgm:pt>
    <dgm:pt modelId="{22DCE6B4-96EB-46B1-947D-F1941B2722D2}">
      <dgm:prSet/>
      <dgm:spPr/>
      <dgm:t>
        <a:bodyPr/>
        <a:lstStyle/>
        <a:p>
          <a:r>
            <a:rPr lang="en-US" dirty="0"/>
            <a:t>Output:</a:t>
          </a:r>
        </a:p>
      </dgm:t>
    </dgm:pt>
    <dgm:pt modelId="{1F8AC40C-D1BB-4C67-A2FB-30570B280DEB}" type="parTrans" cxnId="{D066C2D5-6298-4749-9884-0EC97E31CE54}">
      <dgm:prSet/>
      <dgm:spPr/>
      <dgm:t>
        <a:bodyPr/>
        <a:lstStyle/>
        <a:p>
          <a:endParaRPr lang="en-US"/>
        </a:p>
      </dgm:t>
    </dgm:pt>
    <dgm:pt modelId="{F194631D-478A-46D5-B186-F66E1C44867E}" type="sibTrans" cxnId="{D066C2D5-6298-4749-9884-0EC97E31CE54}">
      <dgm:prSet/>
      <dgm:spPr/>
      <dgm:t>
        <a:bodyPr/>
        <a:lstStyle/>
        <a:p>
          <a:endParaRPr lang="en-US"/>
        </a:p>
      </dgm:t>
    </dgm:pt>
    <dgm:pt modelId="{C476E758-22A2-45D6-91A9-7F42EFA911AE}">
      <dgm:prSet/>
      <dgm:spPr/>
      <dgm:t>
        <a:bodyPr/>
        <a:lstStyle/>
        <a:p>
          <a:pPr rtl="0"/>
          <a:r>
            <a:rPr lang="en-US" dirty="0">
              <a:latin typeface="Calibri"/>
            </a:rPr>
            <a:t> </a:t>
          </a:r>
          <a:r>
            <a:rPr lang="en-US" dirty="0"/>
            <a:t>Intermediate Representation</a:t>
          </a:r>
        </a:p>
      </dgm:t>
    </dgm:pt>
    <dgm:pt modelId="{5E48B963-BBE1-4356-9378-30028B3D4AB5}" type="parTrans" cxnId="{914D118A-5DE8-4A5B-9A11-7B19DC284E4C}">
      <dgm:prSet/>
      <dgm:spPr/>
      <dgm:t>
        <a:bodyPr/>
        <a:lstStyle/>
        <a:p>
          <a:endParaRPr lang="en-US"/>
        </a:p>
      </dgm:t>
    </dgm:pt>
    <dgm:pt modelId="{72599117-81B1-475C-A4CB-079AD30B4DFD}" type="sibTrans" cxnId="{914D118A-5DE8-4A5B-9A11-7B19DC284E4C}">
      <dgm:prSet/>
      <dgm:spPr/>
      <dgm:t>
        <a:bodyPr/>
        <a:lstStyle/>
        <a:p>
          <a:endParaRPr lang="en-US"/>
        </a:p>
      </dgm:t>
    </dgm:pt>
    <dgm:pt modelId="{D0E5AB6F-B1A2-4219-BE92-CABB3A11CFA5}">
      <dgm:prSet phldr="0"/>
      <dgm:spPr/>
      <dgm:t>
        <a:bodyPr/>
        <a:lstStyle/>
        <a:p>
          <a:r>
            <a:rPr lang="en-US" dirty="0"/>
            <a:t> Machine-independent code</a:t>
          </a:r>
        </a:p>
      </dgm:t>
    </dgm:pt>
    <dgm:pt modelId="{2E1CCF2B-9323-4C70-AC88-B5D770EE0D71}" type="parTrans" cxnId="{A73B3D2B-720D-452F-BA45-3438C5B1DC19}">
      <dgm:prSet/>
      <dgm:spPr/>
    </dgm:pt>
    <dgm:pt modelId="{97311FE4-1F7B-4E78-808A-83E165CBE153}" type="sibTrans" cxnId="{A73B3D2B-720D-452F-BA45-3438C5B1DC19}">
      <dgm:prSet/>
      <dgm:spPr/>
    </dgm:pt>
    <dgm:pt modelId="{3524F04D-DD68-4152-9597-12C227F6CE16}" type="pres">
      <dgm:prSet presAssocID="{A3F9D191-1651-433D-A4DE-086E6BFE9E99}" presName="Name0" presStyleCnt="0">
        <dgm:presLayoutVars>
          <dgm:dir/>
          <dgm:animLvl val="lvl"/>
          <dgm:resizeHandles val="exact"/>
        </dgm:presLayoutVars>
      </dgm:prSet>
      <dgm:spPr/>
    </dgm:pt>
    <dgm:pt modelId="{222896B6-A74D-44B9-9387-BFD77B8BED1A}" type="pres">
      <dgm:prSet presAssocID="{E082634F-9B18-4EE7-9990-8F1180F9154D}" presName="linNode" presStyleCnt="0"/>
      <dgm:spPr/>
    </dgm:pt>
    <dgm:pt modelId="{76908DD5-6982-4FBF-B8A3-84D9911A965F}" type="pres">
      <dgm:prSet presAssocID="{E082634F-9B18-4EE7-9990-8F1180F9154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B942B7B-2A69-4860-ADED-397AF4C93BB4}" type="pres">
      <dgm:prSet presAssocID="{89B9C07A-F468-4DF6-A2D1-7CC055D1E55C}" presName="sp" presStyleCnt="0"/>
      <dgm:spPr/>
    </dgm:pt>
    <dgm:pt modelId="{21EEE643-2E8F-4216-9266-49A5453D1039}" type="pres">
      <dgm:prSet presAssocID="{D0E5AB6F-B1A2-4219-BE92-CABB3A11CFA5}" presName="linNode" presStyleCnt="0"/>
      <dgm:spPr/>
    </dgm:pt>
    <dgm:pt modelId="{D65A8102-5B52-4984-88EC-E7D7CC7DB7BD}" type="pres">
      <dgm:prSet presAssocID="{D0E5AB6F-B1A2-4219-BE92-CABB3A11CFA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C5F180C-C7C7-4D41-A7E1-8E99CF34D095}" type="pres">
      <dgm:prSet presAssocID="{97311FE4-1F7B-4E78-808A-83E165CBE153}" presName="sp" presStyleCnt="0"/>
      <dgm:spPr/>
    </dgm:pt>
    <dgm:pt modelId="{D99F68A2-810E-4F94-B2E8-F81A5C49BC7C}" type="pres">
      <dgm:prSet presAssocID="{22DCE6B4-96EB-46B1-947D-F1941B2722D2}" presName="linNode" presStyleCnt="0"/>
      <dgm:spPr/>
    </dgm:pt>
    <dgm:pt modelId="{9BAD8507-3828-4315-9EB8-91397B07F837}" type="pres">
      <dgm:prSet presAssocID="{22DCE6B4-96EB-46B1-947D-F1941B2722D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315E548-725B-46D6-81E0-7667A29B20DA}" type="pres">
      <dgm:prSet presAssocID="{F194631D-478A-46D5-B186-F66E1C44867E}" presName="sp" presStyleCnt="0"/>
      <dgm:spPr/>
    </dgm:pt>
    <dgm:pt modelId="{11F8EDC5-8A91-4F6D-AF91-CE7CCE9368C6}" type="pres">
      <dgm:prSet presAssocID="{C476E758-22A2-45D6-91A9-7F42EFA911AE}" presName="linNode" presStyleCnt="0"/>
      <dgm:spPr/>
    </dgm:pt>
    <dgm:pt modelId="{9C485F67-DA20-4087-BAA3-1F22BA0393C4}" type="pres">
      <dgm:prSet presAssocID="{C476E758-22A2-45D6-91A9-7F42EFA911A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0E453922-36AF-47F6-9935-686C75420B39}" type="presOf" srcId="{A3F9D191-1651-433D-A4DE-086E6BFE9E99}" destId="{3524F04D-DD68-4152-9597-12C227F6CE16}" srcOrd="0" destOrd="0" presId="urn:microsoft.com/office/officeart/2005/8/layout/vList5"/>
    <dgm:cxn modelId="{A73B3D2B-720D-452F-BA45-3438C5B1DC19}" srcId="{A3F9D191-1651-433D-A4DE-086E6BFE9E99}" destId="{D0E5AB6F-B1A2-4219-BE92-CABB3A11CFA5}" srcOrd="1" destOrd="0" parTransId="{2E1CCF2B-9323-4C70-AC88-B5D770EE0D71}" sibTransId="{97311FE4-1F7B-4E78-808A-83E165CBE153}"/>
    <dgm:cxn modelId="{666C6A3B-05BF-4366-9F78-AFEC6E4AB079}" type="presOf" srcId="{E082634F-9B18-4EE7-9990-8F1180F9154D}" destId="{76908DD5-6982-4FBF-B8A3-84D9911A965F}" srcOrd="0" destOrd="0" presId="urn:microsoft.com/office/officeart/2005/8/layout/vList5"/>
    <dgm:cxn modelId="{512EDC77-2E77-4069-B05F-50DC2CB5A250}" type="presOf" srcId="{C476E758-22A2-45D6-91A9-7F42EFA911AE}" destId="{9C485F67-DA20-4087-BAA3-1F22BA0393C4}" srcOrd="0" destOrd="0" presId="urn:microsoft.com/office/officeart/2005/8/layout/vList5"/>
    <dgm:cxn modelId="{914D118A-5DE8-4A5B-9A11-7B19DC284E4C}" srcId="{A3F9D191-1651-433D-A4DE-086E6BFE9E99}" destId="{C476E758-22A2-45D6-91A9-7F42EFA911AE}" srcOrd="3" destOrd="0" parTransId="{5E48B963-BBE1-4356-9378-30028B3D4AB5}" sibTransId="{72599117-81B1-475C-A4CB-079AD30B4DFD}"/>
    <dgm:cxn modelId="{0106C5A0-1C10-4907-B79F-2DBFB290866B}" type="presOf" srcId="{22DCE6B4-96EB-46B1-947D-F1941B2722D2}" destId="{9BAD8507-3828-4315-9EB8-91397B07F837}" srcOrd="0" destOrd="0" presId="urn:microsoft.com/office/officeart/2005/8/layout/vList5"/>
    <dgm:cxn modelId="{C4B1C9C8-FCA8-415F-AFE1-A2840DAB2578}" type="presOf" srcId="{D0E5AB6F-B1A2-4219-BE92-CABB3A11CFA5}" destId="{D65A8102-5B52-4984-88EC-E7D7CC7DB7BD}" srcOrd="0" destOrd="0" presId="urn:microsoft.com/office/officeart/2005/8/layout/vList5"/>
    <dgm:cxn modelId="{D066C2D5-6298-4749-9884-0EC97E31CE54}" srcId="{A3F9D191-1651-433D-A4DE-086E6BFE9E99}" destId="{22DCE6B4-96EB-46B1-947D-F1941B2722D2}" srcOrd="2" destOrd="0" parTransId="{1F8AC40C-D1BB-4C67-A2FB-30570B280DEB}" sibTransId="{F194631D-478A-46D5-B186-F66E1C44867E}"/>
    <dgm:cxn modelId="{1945AAFF-00C4-4BAD-8A5D-48F928754BB8}" srcId="{A3F9D191-1651-433D-A4DE-086E6BFE9E99}" destId="{E082634F-9B18-4EE7-9990-8F1180F9154D}" srcOrd="0" destOrd="0" parTransId="{D50EFAE9-935C-4FE1-A47E-191C8BDE7DF3}" sibTransId="{89B9C07A-F468-4DF6-A2D1-7CC055D1E55C}"/>
    <dgm:cxn modelId="{9978624C-8F37-4C18-83CF-4CF7E0089A29}" type="presParOf" srcId="{3524F04D-DD68-4152-9597-12C227F6CE16}" destId="{222896B6-A74D-44B9-9387-BFD77B8BED1A}" srcOrd="0" destOrd="0" presId="urn:microsoft.com/office/officeart/2005/8/layout/vList5"/>
    <dgm:cxn modelId="{92E6549C-2DC0-4964-8604-66EEF9EC9F34}" type="presParOf" srcId="{222896B6-A74D-44B9-9387-BFD77B8BED1A}" destId="{76908DD5-6982-4FBF-B8A3-84D9911A965F}" srcOrd="0" destOrd="0" presId="urn:microsoft.com/office/officeart/2005/8/layout/vList5"/>
    <dgm:cxn modelId="{E66C1109-1FDB-4F50-8EB9-6B9DD8F7F964}" type="presParOf" srcId="{3524F04D-DD68-4152-9597-12C227F6CE16}" destId="{FB942B7B-2A69-4860-ADED-397AF4C93BB4}" srcOrd="1" destOrd="0" presId="urn:microsoft.com/office/officeart/2005/8/layout/vList5"/>
    <dgm:cxn modelId="{2482D710-9D44-46CD-88AD-686F7A21C919}" type="presParOf" srcId="{3524F04D-DD68-4152-9597-12C227F6CE16}" destId="{21EEE643-2E8F-4216-9266-49A5453D1039}" srcOrd="2" destOrd="0" presId="urn:microsoft.com/office/officeart/2005/8/layout/vList5"/>
    <dgm:cxn modelId="{EEADBAED-6BCE-486D-B223-3FF726EA3C36}" type="presParOf" srcId="{21EEE643-2E8F-4216-9266-49A5453D1039}" destId="{D65A8102-5B52-4984-88EC-E7D7CC7DB7BD}" srcOrd="0" destOrd="0" presId="urn:microsoft.com/office/officeart/2005/8/layout/vList5"/>
    <dgm:cxn modelId="{282FAFE4-0430-47AB-A573-C2D92B50BDA2}" type="presParOf" srcId="{3524F04D-DD68-4152-9597-12C227F6CE16}" destId="{EC5F180C-C7C7-4D41-A7E1-8E99CF34D095}" srcOrd="3" destOrd="0" presId="urn:microsoft.com/office/officeart/2005/8/layout/vList5"/>
    <dgm:cxn modelId="{7232E228-1253-46E5-AE04-561748309983}" type="presParOf" srcId="{3524F04D-DD68-4152-9597-12C227F6CE16}" destId="{D99F68A2-810E-4F94-B2E8-F81A5C49BC7C}" srcOrd="4" destOrd="0" presId="urn:microsoft.com/office/officeart/2005/8/layout/vList5"/>
    <dgm:cxn modelId="{27CA397F-D560-446F-8168-DCD2374C85A4}" type="presParOf" srcId="{D99F68A2-810E-4F94-B2E8-F81A5C49BC7C}" destId="{9BAD8507-3828-4315-9EB8-91397B07F837}" srcOrd="0" destOrd="0" presId="urn:microsoft.com/office/officeart/2005/8/layout/vList5"/>
    <dgm:cxn modelId="{761EE677-5051-4A99-A58A-05A43E429B2E}" type="presParOf" srcId="{3524F04D-DD68-4152-9597-12C227F6CE16}" destId="{B315E548-725B-46D6-81E0-7667A29B20DA}" srcOrd="5" destOrd="0" presId="urn:microsoft.com/office/officeart/2005/8/layout/vList5"/>
    <dgm:cxn modelId="{84626547-E1C7-406D-A5FC-F61DC32DED06}" type="presParOf" srcId="{3524F04D-DD68-4152-9597-12C227F6CE16}" destId="{11F8EDC5-8A91-4F6D-AF91-CE7CCE9368C6}" srcOrd="6" destOrd="0" presId="urn:microsoft.com/office/officeart/2005/8/layout/vList5"/>
    <dgm:cxn modelId="{FE112B9C-C82E-4215-BEA0-4D43E983380C}" type="presParOf" srcId="{11F8EDC5-8A91-4F6D-AF91-CE7CCE9368C6}" destId="{9C485F67-DA20-4087-BAA3-1F22BA0393C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015802-AD85-48DC-AC6B-E8C40CFC71A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58924BA-6670-478D-9C77-003FAEB03591}">
      <dgm:prSet/>
      <dgm:spPr/>
      <dgm:t>
        <a:bodyPr/>
        <a:lstStyle/>
        <a:p>
          <a:r>
            <a:rPr lang="en-US"/>
            <a:t>Before Optimization:</a:t>
          </a:r>
        </a:p>
      </dgm:t>
    </dgm:pt>
    <dgm:pt modelId="{69D035C5-C885-4551-8E4D-4E2FA63C5939}" type="parTrans" cxnId="{BBF1A8A3-F2EA-47D9-9980-51D265F33AE1}">
      <dgm:prSet/>
      <dgm:spPr/>
      <dgm:t>
        <a:bodyPr/>
        <a:lstStyle/>
        <a:p>
          <a:endParaRPr lang="en-US"/>
        </a:p>
      </dgm:t>
    </dgm:pt>
    <dgm:pt modelId="{6C7A93CA-AC37-4BF6-87D3-B339546B94C8}" type="sibTrans" cxnId="{BBF1A8A3-F2EA-47D9-9980-51D265F33AE1}">
      <dgm:prSet/>
      <dgm:spPr/>
      <dgm:t>
        <a:bodyPr/>
        <a:lstStyle/>
        <a:p>
          <a:endParaRPr lang="en-US"/>
        </a:p>
      </dgm:t>
    </dgm:pt>
    <dgm:pt modelId="{289DAFEC-EC8E-4F38-823B-390D18F2D84A}">
      <dgm:prSet/>
      <dgm:spPr/>
      <dgm:t>
        <a:bodyPr/>
        <a:lstStyle/>
        <a:p>
          <a:r>
            <a:rPr lang="en-US"/>
            <a:t>t1 = 5 + 3</a:t>
          </a:r>
        </a:p>
      </dgm:t>
    </dgm:pt>
    <dgm:pt modelId="{4B0FBB20-649B-4D64-829B-8E1673AA28B1}" type="parTrans" cxnId="{0F610F4B-42F8-4EF9-A84D-7B289C4FE175}">
      <dgm:prSet/>
      <dgm:spPr/>
      <dgm:t>
        <a:bodyPr/>
        <a:lstStyle/>
        <a:p>
          <a:endParaRPr lang="en-US"/>
        </a:p>
      </dgm:t>
    </dgm:pt>
    <dgm:pt modelId="{4CB85E71-49CB-490C-B72B-8FA24EE03AC3}" type="sibTrans" cxnId="{0F610F4B-42F8-4EF9-A84D-7B289C4FE175}">
      <dgm:prSet/>
      <dgm:spPr/>
      <dgm:t>
        <a:bodyPr/>
        <a:lstStyle/>
        <a:p>
          <a:endParaRPr lang="en-US"/>
        </a:p>
      </dgm:t>
    </dgm:pt>
    <dgm:pt modelId="{C315B440-B294-4E99-B2F0-ACF58C45344F}">
      <dgm:prSet/>
      <dgm:spPr/>
      <dgm:t>
        <a:bodyPr/>
        <a:lstStyle/>
        <a:p>
          <a:r>
            <a:rPr lang="en-US"/>
            <a:t>a = t1</a:t>
          </a:r>
        </a:p>
      </dgm:t>
    </dgm:pt>
    <dgm:pt modelId="{12C232A3-36DE-450E-88DE-C9A3A45AB215}" type="parTrans" cxnId="{F288F825-A0BD-414C-9818-14476F9D95BC}">
      <dgm:prSet/>
      <dgm:spPr/>
      <dgm:t>
        <a:bodyPr/>
        <a:lstStyle/>
        <a:p>
          <a:endParaRPr lang="en-US"/>
        </a:p>
      </dgm:t>
    </dgm:pt>
    <dgm:pt modelId="{5CFBCB35-09CB-41C3-B262-0AF6FF7D7ECC}" type="sibTrans" cxnId="{F288F825-A0BD-414C-9818-14476F9D95BC}">
      <dgm:prSet/>
      <dgm:spPr/>
      <dgm:t>
        <a:bodyPr/>
        <a:lstStyle/>
        <a:p>
          <a:endParaRPr lang="en-US"/>
        </a:p>
      </dgm:t>
    </dgm:pt>
    <dgm:pt modelId="{721A4B76-A21F-41C0-B445-753FD0EF6038}" type="pres">
      <dgm:prSet presAssocID="{D0015802-AD85-48DC-AC6B-E8C40CFC71AD}" presName="linear" presStyleCnt="0">
        <dgm:presLayoutVars>
          <dgm:animLvl val="lvl"/>
          <dgm:resizeHandles val="exact"/>
        </dgm:presLayoutVars>
      </dgm:prSet>
      <dgm:spPr/>
    </dgm:pt>
    <dgm:pt modelId="{2118809C-F95C-4E50-8FC0-B2C0353BA5CF}" type="pres">
      <dgm:prSet presAssocID="{258924BA-6670-478D-9C77-003FAEB035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8730F55-A1B9-4797-A89D-9AD1C8E19FAB}" type="pres">
      <dgm:prSet presAssocID="{6C7A93CA-AC37-4BF6-87D3-B339546B94C8}" presName="spacer" presStyleCnt="0"/>
      <dgm:spPr/>
    </dgm:pt>
    <dgm:pt modelId="{60B6640F-71EF-43EE-8BC0-D5202945CFB8}" type="pres">
      <dgm:prSet presAssocID="{289DAFEC-EC8E-4F38-823B-390D18F2D84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E018CEA-7039-4DA3-863A-4CF5FA72B8F4}" type="pres">
      <dgm:prSet presAssocID="{4CB85E71-49CB-490C-B72B-8FA24EE03AC3}" presName="spacer" presStyleCnt="0"/>
      <dgm:spPr/>
    </dgm:pt>
    <dgm:pt modelId="{FE8F884A-563E-4BF7-A243-56EF74502F78}" type="pres">
      <dgm:prSet presAssocID="{C315B440-B294-4E99-B2F0-ACF58C45344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88F825-A0BD-414C-9818-14476F9D95BC}" srcId="{D0015802-AD85-48DC-AC6B-E8C40CFC71AD}" destId="{C315B440-B294-4E99-B2F0-ACF58C45344F}" srcOrd="2" destOrd="0" parTransId="{12C232A3-36DE-450E-88DE-C9A3A45AB215}" sibTransId="{5CFBCB35-09CB-41C3-B262-0AF6FF7D7ECC}"/>
    <dgm:cxn modelId="{73594548-622E-4691-BD96-7F3718EAB462}" type="presOf" srcId="{C315B440-B294-4E99-B2F0-ACF58C45344F}" destId="{FE8F884A-563E-4BF7-A243-56EF74502F78}" srcOrd="0" destOrd="0" presId="urn:microsoft.com/office/officeart/2005/8/layout/vList2"/>
    <dgm:cxn modelId="{0F610F4B-42F8-4EF9-A84D-7B289C4FE175}" srcId="{D0015802-AD85-48DC-AC6B-E8C40CFC71AD}" destId="{289DAFEC-EC8E-4F38-823B-390D18F2D84A}" srcOrd="1" destOrd="0" parTransId="{4B0FBB20-649B-4D64-829B-8E1673AA28B1}" sibTransId="{4CB85E71-49CB-490C-B72B-8FA24EE03AC3}"/>
    <dgm:cxn modelId="{173E3554-D82A-4DA1-B64B-6A9C485A03E2}" type="presOf" srcId="{289DAFEC-EC8E-4F38-823B-390D18F2D84A}" destId="{60B6640F-71EF-43EE-8BC0-D5202945CFB8}" srcOrd="0" destOrd="0" presId="urn:microsoft.com/office/officeart/2005/8/layout/vList2"/>
    <dgm:cxn modelId="{20293B9C-8454-435D-9B99-95BDE7E9F2EF}" type="presOf" srcId="{D0015802-AD85-48DC-AC6B-E8C40CFC71AD}" destId="{721A4B76-A21F-41C0-B445-753FD0EF6038}" srcOrd="0" destOrd="0" presId="urn:microsoft.com/office/officeart/2005/8/layout/vList2"/>
    <dgm:cxn modelId="{BBF1A8A3-F2EA-47D9-9980-51D265F33AE1}" srcId="{D0015802-AD85-48DC-AC6B-E8C40CFC71AD}" destId="{258924BA-6670-478D-9C77-003FAEB03591}" srcOrd="0" destOrd="0" parTransId="{69D035C5-C885-4551-8E4D-4E2FA63C5939}" sibTransId="{6C7A93CA-AC37-4BF6-87D3-B339546B94C8}"/>
    <dgm:cxn modelId="{A2D0E9A7-F4CA-40AD-9903-C04CA6AEAB62}" type="presOf" srcId="{258924BA-6670-478D-9C77-003FAEB03591}" destId="{2118809C-F95C-4E50-8FC0-B2C0353BA5CF}" srcOrd="0" destOrd="0" presId="urn:microsoft.com/office/officeart/2005/8/layout/vList2"/>
    <dgm:cxn modelId="{F4310225-0260-4AD8-B74A-7AF73921EB34}" type="presParOf" srcId="{721A4B76-A21F-41C0-B445-753FD0EF6038}" destId="{2118809C-F95C-4E50-8FC0-B2C0353BA5CF}" srcOrd="0" destOrd="0" presId="urn:microsoft.com/office/officeart/2005/8/layout/vList2"/>
    <dgm:cxn modelId="{7ACA5FEE-1E17-43DA-9C02-E1F0CEEF6830}" type="presParOf" srcId="{721A4B76-A21F-41C0-B445-753FD0EF6038}" destId="{B8730F55-A1B9-4797-A89D-9AD1C8E19FAB}" srcOrd="1" destOrd="0" presId="urn:microsoft.com/office/officeart/2005/8/layout/vList2"/>
    <dgm:cxn modelId="{D64DB806-B889-4329-A351-2BD05FAD4DB7}" type="presParOf" srcId="{721A4B76-A21F-41C0-B445-753FD0EF6038}" destId="{60B6640F-71EF-43EE-8BC0-D5202945CFB8}" srcOrd="2" destOrd="0" presId="urn:microsoft.com/office/officeart/2005/8/layout/vList2"/>
    <dgm:cxn modelId="{78EFF79C-F191-4CFB-889C-2CBF1FC15B13}" type="presParOf" srcId="{721A4B76-A21F-41C0-B445-753FD0EF6038}" destId="{9E018CEA-7039-4DA3-863A-4CF5FA72B8F4}" srcOrd="3" destOrd="0" presId="urn:microsoft.com/office/officeart/2005/8/layout/vList2"/>
    <dgm:cxn modelId="{D50A9F81-0D7B-4BDB-917B-DAF45BA3BAB0}" type="presParOf" srcId="{721A4B76-A21F-41C0-B445-753FD0EF6038}" destId="{FE8F884A-563E-4BF7-A243-56EF74502F7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03F61F-9EBD-4707-8A88-63092237673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18A3050-7E1A-4DF3-8F37-C9A7326CF769}">
      <dgm:prSet/>
      <dgm:spPr/>
      <dgm:t>
        <a:bodyPr/>
        <a:lstStyle/>
        <a:p>
          <a:r>
            <a:rPr lang="en-US"/>
            <a:t>After Constant Folding:</a:t>
          </a:r>
        </a:p>
      </dgm:t>
    </dgm:pt>
    <dgm:pt modelId="{C844097F-54FA-4977-A548-E30A351F845F}" type="parTrans" cxnId="{587FF055-C423-4D20-A809-448B77BD974D}">
      <dgm:prSet/>
      <dgm:spPr/>
      <dgm:t>
        <a:bodyPr/>
        <a:lstStyle/>
        <a:p>
          <a:endParaRPr lang="en-US"/>
        </a:p>
      </dgm:t>
    </dgm:pt>
    <dgm:pt modelId="{F1A092C8-C844-4D32-8227-88297B5F3C2C}" type="sibTrans" cxnId="{587FF055-C423-4D20-A809-448B77BD974D}">
      <dgm:prSet/>
      <dgm:spPr/>
      <dgm:t>
        <a:bodyPr/>
        <a:lstStyle/>
        <a:p>
          <a:endParaRPr lang="en-US"/>
        </a:p>
      </dgm:t>
    </dgm:pt>
    <dgm:pt modelId="{2F70EB99-7805-44D0-93AB-68A353655A1F}">
      <dgm:prSet/>
      <dgm:spPr/>
      <dgm:t>
        <a:bodyPr/>
        <a:lstStyle/>
        <a:p>
          <a:r>
            <a:rPr lang="en-US"/>
            <a:t>a = 8</a:t>
          </a:r>
        </a:p>
      </dgm:t>
    </dgm:pt>
    <dgm:pt modelId="{629A5F4C-3E49-42E7-B650-DCF777C66FE0}" type="parTrans" cxnId="{DA30EC30-149B-4393-9E86-68FE25F9BA2E}">
      <dgm:prSet/>
      <dgm:spPr/>
      <dgm:t>
        <a:bodyPr/>
        <a:lstStyle/>
        <a:p>
          <a:endParaRPr lang="en-US"/>
        </a:p>
      </dgm:t>
    </dgm:pt>
    <dgm:pt modelId="{9FFF91EB-7345-4CFD-979D-957161D6E565}" type="sibTrans" cxnId="{DA30EC30-149B-4393-9E86-68FE25F9BA2E}">
      <dgm:prSet/>
      <dgm:spPr/>
      <dgm:t>
        <a:bodyPr/>
        <a:lstStyle/>
        <a:p>
          <a:endParaRPr lang="en-US"/>
        </a:p>
      </dgm:t>
    </dgm:pt>
    <dgm:pt modelId="{A3497608-AD67-4965-BE98-519B8B204214}" type="pres">
      <dgm:prSet presAssocID="{ED03F61F-9EBD-4707-8A88-6309223767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6C65A68-0A39-4A64-941C-2D949E939A58}" type="pres">
      <dgm:prSet presAssocID="{C18A3050-7E1A-4DF3-8F37-C9A7326CF769}" presName="hierRoot1" presStyleCnt="0"/>
      <dgm:spPr/>
    </dgm:pt>
    <dgm:pt modelId="{D1C55C69-97EA-4B09-A2C1-5B39EE3E961B}" type="pres">
      <dgm:prSet presAssocID="{C18A3050-7E1A-4DF3-8F37-C9A7326CF769}" presName="composite" presStyleCnt="0"/>
      <dgm:spPr/>
    </dgm:pt>
    <dgm:pt modelId="{D76020E2-14BC-49CC-A778-AAB69E927ACD}" type="pres">
      <dgm:prSet presAssocID="{C18A3050-7E1A-4DF3-8F37-C9A7326CF769}" presName="background" presStyleLbl="node0" presStyleIdx="0" presStyleCnt="2"/>
      <dgm:spPr/>
    </dgm:pt>
    <dgm:pt modelId="{A721D747-ED4C-42DE-9715-9A95F604B5E6}" type="pres">
      <dgm:prSet presAssocID="{C18A3050-7E1A-4DF3-8F37-C9A7326CF769}" presName="text" presStyleLbl="fgAcc0" presStyleIdx="0" presStyleCnt="2">
        <dgm:presLayoutVars>
          <dgm:chPref val="3"/>
        </dgm:presLayoutVars>
      </dgm:prSet>
      <dgm:spPr/>
    </dgm:pt>
    <dgm:pt modelId="{9EB2DCC5-4690-4212-A06C-5C400371611A}" type="pres">
      <dgm:prSet presAssocID="{C18A3050-7E1A-4DF3-8F37-C9A7326CF769}" presName="hierChild2" presStyleCnt="0"/>
      <dgm:spPr/>
    </dgm:pt>
    <dgm:pt modelId="{C112F883-0D77-4CD2-8C3B-C3C10FB9907B}" type="pres">
      <dgm:prSet presAssocID="{2F70EB99-7805-44D0-93AB-68A353655A1F}" presName="hierRoot1" presStyleCnt="0"/>
      <dgm:spPr/>
    </dgm:pt>
    <dgm:pt modelId="{6001B674-C751-4D93-95D9-511FDECB6F68}" type="pres">
      <dgm:prSet presAssocID="{2F70EB99-7805-44D0-93AB-68A353655A1F}" presName="composite" presStyleCnt="0"/>
      <dgm:spPr/>
    </dgm:pt>
    <dgm:pt modelId="{71892CFB-618B-4942-B61B-1DB2C805B840}" type="pres">
      <dgm:prSet presAssocID="{2F70EB99-7805-44D0-93AB-68A353655A1F}" presName="background" presStyleLbl="node0" presStyleIdx="1" presStyleCnt="2"/>
      <dgm:spPr/>
    </dgm:pt>
    <dgm:pt modelId="{D303458E-7FBF-44EE-A1E9-F9A59A29D05B}" type="pres">
      <dgm:prSet presAssocID="{2F70EB99-7805-44D0-93AB-68A353655A1F}" presName="text" presStyleLbl="fgAcc0" presStyleIdx="1" presStyleCnt="2">
        <dgm:presLayoutVars>
          <dgm:chPref val="3"/>
        </dgm:presLayoutVars>
      </dgm:prSet>
      <dgm:spPr/>
    </dgm:pt>
    <dgm:pt modelId="{EFB9C069-03A0-407D-9F4C-62BA3E81C438}" type="pres">
      <dgm:prSet presAssocID="{2F70EB99-7805-44D0-93AB-68A353655A1F}" presName="hierChild2" presStyleCnt="0"/>
      <dgm:spPr/>
    </dgm:pt>
  </dgm:ptLst>
  <dgm:cxnLst>
    <dgm:cxn modelId="{1CD37512-11D5-4D01-B5BC-8976BA070409}" type="presOf" srcId="{ED03F61F-9EBD-4707-8A88-630922376735}" destId="{A3497608-AD67-4965-BE98-519B8B204214}" srcOrd="0" destOrd="0" presId="urn:microsoft.com/office/officeart/2005/8/layout/hierarchy1"/>
    <dgm:cxn modelId="{94944D1A-0362-4BA5-9F6A-6E208AA166C8}" type="presOf" srcId="{2F70EB99-7805-44D0-93AB-68A353655A1F}" destId="{D303458E-7FBF-44EE-A1E9-F9A59A29D05B}" srcOrd="0" destOrd="0" presId="urn:microsoft.com/office/officeart/2005/8/layout/hierarchy1"/>
    <dgm:cxn modelId="{5C2FCB1A-C05C-4767-9FF9-829454578B50}" type="presOf" srcId="{C18A3050-7E1A-4DF3-8F37-C9A7326CF769}" destId="{A721D747-ED4C-42DE-9715-9A95F604B5E6}" srcOrd="0" destOrd="0" presId="urn:microsoft.com/office/officeart/2005/8/layout/hierarchy1"/>
    <dgm:cxn modelId="{DA30EC30-149B-4393-9E86-68FE25F9BA2E}" srcId="{ED03F61F-9EBD-4707-8A88-630922376735}" destId="{2F70EB99-7805-44D0-93AB-68A353655A1F}" srcOrd="1" destOrd="0" parTransId="{629A5F4C-3E49-42E7-B650-DCF777C66FE0}" sibTransId="{9FFF91EB-7345-4CFD-979D-957161D6E565}"/>
    <dgm:cxn modelId="{587FF055-C423-4D20-A809-448B77BD974D}" srcId="{ED03F61F-9EBD-4707-8A88-630922376735}" destId="{C18A3050-7E1A-4DF3-8F37-C9A7326CF769}" srcOrd="0" destOrd="0" parTransId="{C844097F-54FA-4977-A548-E30A351F845F}" sibTransId="{F1A092C8-C844-4D32-8227-88297B5F3C2C}"/>
    <dgm:cxn modelId="{F491AD48-7108-46FA-9B9F-8EB829D5E4C5}" type="presParOf" srcId="{A3497608-AD67-4965-BE98-519B8B204214}" destId="{26C65A68-0A39-4A64-941C-2D949E939A58}" srcOrd="0" destOrd="0" presId="urn:microsoft.com/office/officeart/2005/8/layout/hierarchy1"/>
    <dgm:cxn modelId="{33054185-C151-4D69-8C35-B3BC836F6D09}" type="presParOf" srcId="{26C65A68-0A39-4A64-941C-2D949E939A58}" destId="{D1C55C69-97EA-4B09-A2C1-5B39EE3E961B}" srcOrd="0" destOrd="0" presId="urn:microsoft.com/office/officeart/2005/8/layout/hierarchy1"/>
    <dgm:cxn modelId="{32D00009-0FDA-4F92-9B48-C365F8EB0716}" type="presParOf" srcId="{D1C55C69-97EA-4B09-A2C1-5B39EE3E961B}" destId="{D76020E2-14BC-49CC-A778-AAB69E927ACD}" srcOrd="0" destOrd="0" presId="urn:microsoft.com/office/officeart/2005/8/layout/hierarchy1"/>
    <dgm:cxn modelId="{00922DF8-8B24-461C-AE52-0AFB7369BD72}" type="presParOf" srcId="{D1C55C69-97EA-4B09-A2C1-5B39EE3E961B}" destId="{A721D747-ED4C-42DE-9715-9A95F604B5E6}" srcOrd="1" destOrd="0" presId="urn:microsoft.com/office/officeart/2005/8/layout/hierarchy1"/>
    <dgm:cxn modelId="{835550B0-F00B-43F7-BAF1-348D8C901FA8}" type="presParOf" srcId="{26C65A68-0A39-4A64-941C-2D949E939A58}" destId="{9EB2DCC5-4690-4212-A06C-5C400371611A}" srcOrd="1" destOrd="0" presId="urn:microsoft.com/office/officeart/2005/8/layout/hierarchy1"/>
    <dgm:cxn modelId="{A9CE13D8-181C-464E-8ADD-375D1DC41E61}" type="presParOf" srcId="{A3497608-AD67-4965-BE98-519B8B204214}" destId="{C112F883-0D77-4CD2-8C3B-C3C10FB9907B}" srcOrd="1" destOrd="0" presId="urn:microsoft.com/office/officeart/2005/8/layout/hierarchy1"/>
    <dgm:cxn modelId="{415B7D1B-DBF5-4078-8DAE-8B621E8949A5}" type="presParOf" srcId="{C112F883-0D77-4CD2-8C3B-C3C10FB9907B}" destId="{6001B674-C751-4D93-95D9-511FDECB6F68}" srcOrd="0" destOrd="0" presId="urn:microsoft.com/office/officeart/2005/8/layout/hierarchy1"/>
    <dgm:cxn modelId="{5A5533DB-BE94-4D41-AB09-17C85BB8C22E}" type="presParOf" srcId="{6001B674-C751-4D93-95D9-511FDECB6F68}" destId="{71892CFB-618B-4942-B61B-1DB2C805B840}" srcOrd="0" destOrd="0" presId="urn:microsoft.com/office/officeart/2005/8/layout/hierarchy1"/>
    <dgm:cxn modelId="{AAC6DB0B-A84A-4B46-AEF5-FD4EF4F7AF95}" type="presParOf" srcId="{6001B674-C751-4D93-95D9-511FDECB6F68}" destId="{D303458E-7FBF-44EE-A1E9-F9A59A29D05B}" srcOrd="1" destOrd="0" presId="urn:microsoft.com/office/officeart/2005/8/layout/hierarchy1"/>
    <dgm:cxn modelId="{ED209474-D029-44D8-8D17-287495CA2DAA}" type="presParOf" srcId="{C112F883-0D77-4CD2-8C3B-C3C10FB9907B}" destId="{EFB9C069-03A0-407D-9F4C-62BA3E81C43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ACC8DC1-279C-4919-A37B-90005BCA8EF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D0CC3BE-CBB9-45F7-B6C8-ACA7B9D061BA}">
      <dgm:prSet/>
      <dgm:spPr/>
      <dgm:t>
        <a:bodyPr/>
        <a:lstStyle/>
        <a:p>
          <a:pPr>
            <a:defRPr cap="all"/>
          </a:pPr>
          <a:r>
            <a:rPr lang="en-US" dirty="0"/>
            <a:t>Purpose:</a:t>
          </a:r>
        </a:p>
      </dgm:t>
    </dgm:pt>
    <dgm:pt modelId="{1C0397AD-3412-4504-BF97-CDCCCEED54DB}" type="parTrans" cxnId="{4B1B70E2-F54B-437E-BD2E-B92021A3D833}">
      <dgm:prSet/>
      <dgm:spPr/>
      <dgm:t>
        <a:bodyPr/>
        <a:lstStyle/>
        <a:p>
          <a:endParaRPr lang="en-US"/>
        </a:p>
      </dgm:t>
    </dgm:pt>
    <dgm:pt modelId="{46F2B24D-9537-4982-B86D-08F05C4058DB}" type="sibTrans" cxnId="{4B1B70E2-F54B-437E-BD2E-B92021A3D833}">
      <dgm:prSet/>
      <dgm:spPr/>
      <dgm:t>
        <a:bodyPr/>
        <a:lstStyle/>
        <a:p>
          <a:endParaRPr lang="en-US"/>
        </a:p>
      </dgm:t>
    </dgm:pt>
    <dgm:pt modelId="{A88DB0CD-1E1F-4273-B2AF-8DDD0F6E5EBF}">
      <dgm:prSet/>
      <dgm:spPr/>
      <dgm:t>
        <a:bodyPr/>
        <a:lstStyle/>
        <a:p>
          <a:pPr>
            <a:defRPr cap="all"/>
          </a:pPr>
          <a:r>
            <a:rPr lang="en-US" dirty="0"/>
            <a:t>Convert optimized code to machine code</a:t>
          </a:r>
        </a:p>
      </dgm:t>
    </dgm:pt>
    <dgm:pt modelId="{2B86DC82-AD47-4BCF-9173-447310597756}" type="parTrans" cxnId="{96957D52-ADB9-4A50-B2C0-A3A57F518304}">
      <dgm:prSet/>
      <dgm:spPr/>
      <dgm:t>
        <a:bodyPr/>
        <a:lstStyle/>
        <a:p>
          <a:endParaRPr lang="en-US"/>
        </a:p>
      </dgm:t>
    </dgm:pt>
    <dgm:pt modelId="{1D07BEE7-B900-43E2-95D2-20A94F273F0D}" type="sibTrans" cxnId="{96957D52-ADB9-4A50-B2C0-A3A57F518304}">
      <dgm:prSet/>
      <dgm:spPr/>
      <dgm:t>
        <a:bodyPr/>
        <a:lstStyle/>
        <a:p>
          <a:endParaRPr lang="en-US"/>
        </a:p>
      </dgm:t>
    </dgm:pt>
    <dgm:pt modelId="{88C77714-D204-4EF7-96DD-B36EFAF4781A}" type="pres">
      <dgm:prSet presAssocID="{3ACC8DC1-279C-4919-A37B-90005BCA8EF8}" presName="root" presStyleCnt="0">
        <dgm:presLayoutVars>
          <dgm:dir/>
          <dgm:resizeHandles val="exact"/>
        </dgm:presLayoutVars>
      </dgm:prSet>
      <dgm:spPr/>
    </dgm:pt>
    <dgm:pt modelId="{A4922AB4-1FB9-4095-B92D-3FCB88471FC5}" type="pres">
      <dgm:prSet presAssocID="{6D0CC3BE-CBB9-45F7-B6C8-ACA7B9D061BA}" presName="compNode" presStyleCnt="0"/>
      <dgm:spPr/>
    </dgm:pt>
    <dgm:pt modelId="{F6413DA3-43BF-47AD-BE5B-EDD8FECADD97}" type="pres">
      <dgm:prSet presAssocID="{6D0CC3BE-CBB9-45F7-B6C8-ACA7B9D061BA}" presName="iconBgRect" presStyleLbl="bgShp" presStyleIdx="0" presStyleCnt="2"/>
      <dgm:spPr/>
    </dgm:pt>
    <dgm:pt modelId="{2E0D42CD-8791-4956-A577-34FB1CA292D4}" type="pres">
      <dgm:prSet presAssocID="{6D0CC3BE-CBB9-45F7-B6C8-ACA7B9D061B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AF9A01A-57C0-4C0D-BD43-5D59A6336F72}" type="pres">
      <dgm:prSet presAssocID="{6D0CC3BE-CBB9-45F7-B6C8-ACA7B9D061BA}" presName="spaceRect" presStyleCnt="0"/>
      <dgm:spPr/>
    </dgm:pt>
    <dgm:pt modelId="{C25B92BB-6D89-497A-AFCF-A1197E35ECBE}" type="pres">
      <dgm:prSet presAssocID="{6D0CC3BE-CBB9-45F7-B6C8-ACA7B9D061BA}" presName="textRect" presStyleLbl="revTx" presStyleIdx="0" presStyleCnt="2">
        <dgm:presLayoutVars>
          <dgm:chMax val="1"/>
          <dgm:chPref val="1"/>
        </dgm:presLayoutVars>
      </dgm:prSet>
      <dgm:spPr/>
    </dgm:pt>
    <dgm:pt modelId="{5E3F5746-AA07-4C0B-A423-43BAF8B10227}" type="pres">
      <dgm:prSet presAssocID="{46F2B24D-9537-4982-B86D-08F05C4058DB}" presName="sibTrans" presStyleCnt="0"/>
      <dgm:spPr/>
    </dgm:pt>
    <dgm:pt modelId="{4B85CE99-91BE-4E7D-B9D2-BDA94135D4DB}" type="pres">
      <dgm:prSet presAssocID="{A88DB0CD-1E1F-4273-B2AF-8DDD0F6E5EBF}" presName="compNode" presStyleCnt="0"/>
      <dgm:spPr/>
    </dgm:pt>
    <dgm:pt modelId="{30C8C5C2-54C1-4DD9-B320-0E9C2152E648}" type="pres">
      <dgm:prSet presAssocID="{A88DB0CD-1E1F-4273-B2AF-8DDD0F6E5EBF}" presName="iconBgRect" presStyleLbl="bgShp" presStyleIdx="1" presStyleCnt="2"/>
      <dgm:spPr/>
    </dgm:pt>
    <dgm:pt modelId="{3141C790-EE78-4ECC-9D7E-F11AE89D113A}" type="pres">
      <dgm:prSet presAssocID="{A88DB0CD-1E1F-4273-B2AF-8DDD0F6E5EB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0E6CF8C-759B-4748-B12C-871B708C00EC}" type="pres">
      <dgm:prSet presAssocID="{A88DB0CD-1E1F-4273-B2AF-8DDD0F6E5EBF}" presName="spaceRect" presStyleCnt="0"/>
      <dgm:spPr/>
    </dgm:pt>
    <dgm:pt modelId="{916C7BC4-A8A2-4AED-8819-936CEA25CD1C}" type="pres">
      <dgm:prSet presAssocID="{A88DB0CD-1E1F-4273-B2AF-8DDD0F6E5EB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D3F0B0D-95AA-46C8-8628-4AB762F9E86B}" type="presOf" srcId="{6D0CC3BE-CBB9-45F7-B6C8-ACA7B9D061BA}" destId="{C25B92BB-6D89-497A-AFCF-A1197E35ECBE}" srcOrd="0" destOrd="0" presId="urn:microsoft.com/office/officeart/2018/5/layout/IconCircleLabelList"/>
    <dgm:cxn modelId="{8923552E-A4F7-49FD-9FF1-E65F899DD02D}" type="presOf" srcId="{3ACC8DC1-279C-4919-A37B-90005BCA8EF8}" destId="{88C77714-D204-4EF7-96DD-B36EFAF4781A}" srcOrd="0" destOrd="0" presId="urn:microsoft.com/office/officeart/2018/5/layout/IconCircleLabelList"/>
    <dgm:cxn modelId="{96957D52-ADB9-4A50-B2C0-A3A57F518304}" srcId="{3ACC8DC1-279C-4919-A37B-90005BCA8EF8}" destId="{A88DB0CD-1E1F-4273-B2AF-8DDD0F6E5EBF}" srcOrd="1" destOrd="0" parTransId="{2B86DC82-AD47-4BCF-9173-447310597756}" sibTransId="{1D07BEE7-B900-43E2-95D2-20A94F273F0D}"/>
    <dgm:cxn modelId="{B8D33092-22E3-4E31-BE9C-5146CF5DB2FF}" type="presOf" srcId="{A88DB0CD-1E1F-4273-B2AF-8DDD0F6E5EBF}" destId="{916C7BC4-A8A2-4AED-8819-936CEA25CD1C}" srcOrd="0" destOrd="0" presId="urn:microsoft.com/office/officeart/2018/5/layout/IconCircleLabelList"/>
    <dgm:cxn modelId="{4B1B70E2-F54B-437E-BD2E-B92021A3D833}" srcId="{3ACC8DC1-279C-4919-A37B-90005BCA8EF8}" destId="{6D0CC3BE-CBB9-45F7-B6C8-ACA7B9D061BA}" srcOrd="0" destOrd="0" parTransId="{1C0397AD-3412-4504-BF97-CDCCCEED54DB}" sibTransId="{46F2B24D-9537-4982-B86D-08F05C4058DB}"/>
    <dgm:cxn modelId="{2D4E87CC-5807-4C7F-B614-B09D58BB4405}" type="presParOf" srcId="{88C77714-D204-4EF7-96DD-B36EFAF4781A}" destId="{A4922AB4-1FB9-4095-B92D-3FCB88471FC5}" srcOrd="0" destOrd="0" presId="urn:microsoft.com/office/officeart/2018/5/layout/IconCircleLabelList"/>
    <dgm:cxn modelId="{951FB070-27FD-4CCE-BA4F-189100155FE9}" type="presParOf" srcId="{A4922AB4-1FB9-4095-B92D-3FCB88471FC5}" destId="{F6413DA3-43BF-47AD-BE5B-EDD8FECADD97}" srcOrd="0" destOrd="0" presId="urn:microsoft.com/office/officeart/2018/5/layout/IconCircleLabelList"/>
    <dgm:cxn modelId="{8430B3A2-97FD-404C-B2C4-AAECBD4AD7FD}" type="presParOf" srcId="{A4922AB4-1FB9-4095-B92D-3FCB88471FC5}" destId="{2E0D42CD-8791-4956-A577-34FB1CA292D4}" srcOrd="1" destOrd="0" presId="urn:microsoft.com/office/officeart/2018/5/layout/IconCircleLabelList"/>
    <dgm:cxn modelId="{33A30E31-9CC7-4CD4-96F6-41FC5E922ABA}" type="presParOf" srcId="{A4922AB4-1FB9-4095-B92D-3FCB88471FC5}" destId="{1AF9A01A-57C0-4C0D-BD43-5D59A6336F72}" srcOrd="2" destOrd="0" presId="urn:microsoft.com/office/officeart/2018/5/layout/IconCircleLabelList"/>
    <dgm:cxn modelId="{18DB7C75-156A-4F7A-860F-A209C8935AA6}" type="presParOf" srcId="{A4922AB4-1FB9-4095-B92D-3FCB88471FC5}" destId="{C25B92BB-6D89-497A-AFCF-A1197E35ECBE}" srcOrd="3" destOrd="0" presId="urn:microsoft.com/office/officeart/2018/5/layout/IconCircleLabelList"/>
    <dgm:cxn modelId="{C98AB64C-69D3-4767-96F5-30F1F1F8C724}" type="presParOf" srcId="{88C77714-D204-4EF7-96DD-B36EFAF4781A}" destId="{5E3F5746-AA07-4C0B-A423-43BAF8B10227}" srcOrd="1" destOrd="0" presId="urn:microsoft.com/office/officeart/2018/5/layout/IconCircleLabelList"/>
    <dgm:cxn modelId="{80930DC4-6DEF-466C-836D-A3166C068D74}" type="presParOf" srcId="{88C77714-D204-4EF7-96DD-B36EFAF4781A}" destId="{4B85CE99-91BE-4E7D-B9D2-BDA94135D4DB}" srcOrd="2" destOrd="0" presId="urn:microsoft.com/office/officeart/2018/5/layout/IconCircleLabelList"/>
    <dgm:cxn modelId="{335D695A-0CF2-4D32-A2CF-DA5A609886CE}" type="presParOf" srcId="{4B85CE99-91BE-4E7D-B9D2-BDA94135D4DB}" destId="{30C8C5C2-54C1-4DD9-B320-0E9C2152E648}" srcOrd="0" destOrd="0" presId="urn:microsoft.com/office/officeart/2018/5/layout/IconCircleLabelList"/>
    <dgm:cxn modelId="{298A3893-E276-4982-A872-79D96D5845C6}" type="presParOf" srcId="{4B85CE99-91BE-4E7D-B9D2-BDA94135D4DB}" destId="{3141C790-EE78-4ECC-9D7E-F11AE89D113A}" srcOrd="1" destOrd="0" presId="urn:microsoft.com/office/officeart/2018/5/layout/IconCircleLabelList"/>
    <dgm:cxn modelId="{E68A0D08-6113-4152-AFE9-ADF3EBAE4273}" type="presParOf" srcId="{4B85CE99-91BE-4E7D-B9D2-BDA94135D4DB}" destId="{60E6CF8C-759B-4748-B12C-871B708C00EC}" srcOrd="2" destOrd="0" presId="urn:microsoft.com/office/officeart/2018/5/layout/IconCircleLabelList"/>
    <dgm:cxn modelId="{F04A458C-0897-4129-B5FB-C5620420AE80}" type="presParOf" srcId="{4B85CE99-91BE-4E7D-B9D2-BDA94135D4DB}" destId="{916C7BC4-A8A2-4AED-8819-936CEA25CD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FA3A55-B190-4E66-AEBB-4D0E0CC5A6E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02CA60B-317F-4AAB-A983-65C9F93262B9}">
      <dgm:prSet/>
      <dgm:spPr/>
      <dgm:t>
        <a:bodyPr/>
        <a:lstStyle/>
        <a:p>
          <a:r>
            <a:rPr lang="en-US"/>
            <a:t>MOV R1, #8</a:t>
          </a:r>
        </a:p>
      </dgm:t>
    </dgm:pt>
    <dgm:pt modelId="{96BE8586-A5D7-4BF9-B5EC-B42314830F89}" type="parTrans" cxnId="{FC116549-4B74-4721-8E4E-0AF052CB8861}">
      <dgm:prSet/>
      <dgm:spPr/>
      <dgm:t>
        <a:bodyPr/>
        <a:lstStyle/>
        <a:p>
          <a:endParaRPr lang="en-US"/>
        </a:p>
      </dgm:t>
    </dgm:pt>
    <dgm:pt modelId="{3509A557-AD0C-4328-9CAB-5BCFB0A4F249}" type="sibTrans" cxnId="{FC116549-4B74-4721-8E4E-0AF052CB8861}">
      <dgm:prSet/>
      <dgm:spPr/>
      <dgm:t>
        <a:bodyPr/>
        <a:lstStyle/>
        <a:p>
          <a:endParaRPr lang="en-US"/>
        </a:p>
      </dgm:t>
    </dgm:pt>
    <dgm:pt modelId="{284D5920-213C-431B-8415-C78F531DB5BB}">
      <dgm:prSet/>
      <dgm:spPr/>
      <dgm:t>
        <a:bodyPr/>
        <a:lstStyle/>
        <a:p>
          <a:r>
            <a:rPr lang="en-US"/>
            <a:t>MOV a, R1</a:t>
          </a:r>
        </a:p>
      </dgm:t>
    </dgm:pt>
    <dgm:pt modelId="{8953DCDB-A289-4CB1-988F-A1D1C8B85A1C}" type="parTrans" cxnId="{7BDA347A-2EC5-40CF-8493-F66541281D8D}">
      <dgm:prSet/>
      <dgm:spPr/>
      <dgm:t>
        <a:bodyPr/>
        <a:lstStyle/>
        <a:p>
          <a:endParaRPr lang="en-US"/>
        </a:p>
      </dgm:t>
    </dgm:pt>
    <dgm:pt modelId="{FDA09B47-CA4C-4D94-8EE6-9D0780C14CC3}" type="sibTrans" cxnId="{7BDA347A-2EC5-40CF-8493-F66541281D8D}">
      <dgm:prSet/>
      <dgm:spPr/>
      <dgm:t>
        <a:bodyPr/>
        <a:lstStyle/>
        <a:p>
          <a:endParaRPr lang="en-US"/>
        </a:p>
      </dgm:t>
    </dgm:pt>
    <dgm:pt modelId="{8DBE406D-A339-4505-ACDE-A50245395774}" type="pres">
      <dgm:prSet presAssocID="{68FA3A55-B190-4E66-AEBB-4D0E0CC5A6E9}" presName="linear" presStyleCnt="0">
        <dgm:presLayoutVars>
          <dgm:animLvl val="lvl"/>
          <dgm:resizeHandles val="exact"/>
        </dgm:presLayoutVars>
      </dgm:prSet>
      <dgm:spPr/>
    </dgm:pt>
    <dgm:pt modelId="{53DA76F7-23AC-4A27-B8D8-BEF5D7C75F6F}" type="pres">
      <dgm:prSet presAssocID="{102CA60B-317F-4AAB-A983-65C9F93262B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49D15B9-5E72-487C-A9EE-90D3137AC9EC}" type="pres">
      <dgm:prSet presAssocID="{3509A557-AD0C-4328-9CAB-5BCFB0A4F249}" presName="spacer" presStyleCnt="0"/>
      <dgm:spPr/>
    </dgm:pt>
    <dgm:pt modelId="{71346E09-28A9-4494-A270-992B675E8DF6}" type="pres">
      <dgm:prSet presAssocID="{284D5920-213C-431B-8415-C78F531DB5B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4FC973E-6DF2-404E-AE25-07F747F61526}" type="presOf" srcId="{284D5920-213C-431B-8415-C78F531DB5BB}" destId="{71346E09-28A9-4494-A270-992B675E8DF6}" srcOrd="0" destOrd="0" presId="urn:microsoft.com/office/officeart/2005/8/layout/vList2"/>
    <dgm:cxn modelId="{03492B67-D643-48A6-BB04-D03E9268871B}" type="presOf" srcId="{102CA60B-317F-4AAB-A983-65C9F93262B9}" destId="{53DA76F7-23AC-4A27-B8D8-BEF5D7C75F6F}" srcOrd="0" destOrd="0" presId="urn:microsoft.com/office/officeart/2005/8/layout/vList2"/>
    <dgm:cxn modelId="{FC116549-4B74-4721-8E4E-0AF052CB8861}" srcId="{68FA3A55-B190-4E66-AEBB-4D0E0CC5A6E9}" destId="{102CA60B-317F-4AAB-A983-65C9F93262B9}" srcOrd="0" destOrd="0" parTransId="{96BE8586-A5D7-4BF9-B5EC-B42314830F89}" sibTransId="{3509A557-AD0C-4328-9CAB-5BCFB0A4F249}"/>
    <dgm:cxn modelId="{7BDA347A-2EC5-40CF-8493-F66541281D8D}" srcId="{68FA3A55-B190-4E66-AEBB-4D0E0CC5A6E9}" destId="{284D5920-213C-431B-8415-C78F531DB5BB}" srcOrd="1" destOrd="0" parTransId="{8953DCDB-A289-4CB1-988F-A1D1C8B85A1C}" sibTransId="{FDA09B47-CA4C-4D94-8EE6-9D0780C14CC3}"/>
    <dgm:cxn modelId="{94B9ADE9-A09C-44FD-8C38-AFD363010623}" type="presOf" srcId="{68FA3A55-B190-4E66-AEBB-4D0E0CC5A6E9}" destId="{8DBE406D-A339-4505-ACDE-A50245395774}" srcOrd="0" destOrd="0" presId="urn:microsoft.com/office/officeart/2005/8/layout/vList2"/>
    <dgm:cxn modelId="{C2959419-A0AA-4D3D-A74D-1F24CB62E984}" type="presParOf" srcId="{8DBE406D-A339-4505-ACDE-A50245395774}" destId="{53DA76F7-23AC-4A27-B8D8-BEF5D7C75F6F}" srcOrd="0" destOrd="0" presId="urn:microsoft.com/office/officeart/2005/8/layout/vList2"/>
    <dgm:cxn modelId="{AE5B27B4-9E81-4373-874C-EEA310A60FC5}" type="presParOf" srcId="{8DBE406D-A339-4505-ACDE-A50245395774}" destId="{F49D15B9-5E72-487C-A9EE-90D3137AC9EC}" srcOrd="1" destOrd="0" presId="urn:microsoft.com/office/officeart/2005/8/layout/vList2"/>
    <dgm:cxn modelId="{97FDFF83-606C-4151-95A6-1B0343510072}" type="presParOf" srcId="{8DBE406D-A339-4505-ACDE-A50245395774}" destId="{71346E09-28A9-4494-A270-992B675E8DF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CDC8225-F921-4DFD-9C0B-24F8023443D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C4685FE-8934-4A0E-8C74-B94898DA0E66}">
      <dgm:prSet/>
      <dgm:spPr/>
      <dgm:t>
        <a:bodyPr/>
        <a:lstStyle/>
        <a:p>
          <a:pPr>
            <a:defRPr cap="all"/>
          </a:pPr>
          <a:r>
            <a:rPr lang="en-US"/>
            <a:t>• Combine libraries</a:t>
          </a:r>
        </a:p>
      </dgm:t>
    </dgm:pt>
    <dgm:pt modelId="{B8B3F9A9-61BC-44BF-A96D-730390A1C255}" type="parTrans" cxnId="{9037942C-A26E-4DBB-8C99-11A09373CB93}">
      <dgm:prSet/>
      <dgm:spPr/>
      <dgm:t>
        <a:bodyPr/>
        <a:lstStyle/>
        <a:p>
          <a:endParaRPr lang="en-US"/>
        </a:p>
      </dgm:t>
    </dgm:pt>
    <dgm:pt modelId="{C86180B6-3921-4437-BDD5-84582A93228E}" type="sibTrans" cxnId="{9037942C-A26E-4DBB-8C99-11A09373CB93}">
      <dgm:prSet/>
      <dgm:spPr/>
      <dgm:t>
        <a:bodyPr/>
        <a:lstStyle/>
        <a:p>
          <a:endParaRPr lang="en-US"/>
        </a:p>
      </dgm:t>
    </dgm:pt>
    <dgm:pt modelId="{505F07C7-4EE0-4939-BE86-B5A82AB907D9}">
      <dgm:prSet/>
      <dgm:spPr/>
      <dgm:t>
        <a:bodyPr/>
        <a:lstStyle/>
        <a:p>
          <a:pPr>
            <a:defRPr cap="all"/>
          </a:pPr>
          <a:r>
            <a:rPr lang="en-US"/>
            <a:t>• Generate executable</a:t>
          </a:r>
        </a:p>
      </dgm:t>
    </dgm:pt>
    <dgm:pt modelId="{3C00E5C4-5AFB-4F2B-B8C0-18A664A9F378}" type="parTrans" cxnId="{6A67B59C-A18F-46C5-9296-183F37104A33}">
      <dgm:prSet/>
      <dgm:spPr/>
      <dgm:t>
        <a:bodyPr/>
        <a:lstStyle/>
        <a:p>
          <a:endParaRPr lang="en-US"/>
        </a:p>
      </dgm:t>
    </dgm:pt>
    <dgm:pt modelId="{48B22DBE-5563-4858-91F4-B224D86DB315}" type="sibTrans" cxnId="{6A67B59C-A18F-46C5-9296-183F37104A33}">
      <dgm:prSet/>
      <dgm:spPr/>
      <dgm:t>
        <a:bodyPr/>
        <a:lstStyle/>
        <a:p>
          <a:endParaRPr lang="en-US"/>
        </a:p>
      </dgm:t>
    </dgm:pt>
    <dgm:pt modelId="{F2C6E2DD-4702-4013-8FF0-1310CADD5475}">
      <dgm:prSet/>
      <dgm:spPr/>
      <dgm:t>
        <a:bodyPr/>
        <a:lstStyle/>
        <a:p>
          <a:pPr>
            <a:defRPr cap="all"/>
          </a:pPr>
          <a:r>
            <a:rPr lang="en-US"/>
            <a:t>Output:</a:t>
          </a:r>
        </a:p>
      </dgm:t>
    </dgm:pt>
    <dgm:pt modelId="{B45726CC-D7FE-42D7-BEBD-17E8B89BF00E}" type="parTrans" cxnId="{8DACE38C-CAA3-4A94-A308-DBAEA23FC093}">
      <dgm:prSet/>
      <dgm:spPr/>
      <dgm:t>
        <a:bodyPr/>
        <a:lstStyle/>
        <a:p>
          <a:endParaRPr lang="en-US"/>
        </a:p>
      </dgm:t>
    </dgm:pt>
    <dgm:pt modelId="{12D2C8B2-2A97-403A-9BD7-E68382C1D962}" type="sibTrans" cxnId="{8DACE38C-CAA3-4A94-A308-DBAEA23FC093}">
      <dgm:prSet/>
      <dgm:spPr/>
      <dgm:t>
        <a:bodyPr/>
        <a:lstStyle/>
        <a:p>
          <a:endParaRPr lang="en-US"/>
        </a:p>
      </dgm:t>
    </dgm:pt>
    <dgm:pt modelId="{F21AEE97-234B-4C63-BAB6-2320E4410781}">
      <dgm:prSet/>
      <dgm:spPr/>
      <dgm:t>
        <a:bodyPr/>
        <a:lstStyle/>
        <a:p>
          <a:pPr>
            <a:defRPr cap="all"/>
          </a:pPr>
          <a:r>
            <a:rPr lang="en-US"/>
            <a:t>a.out / program.exe</a:t>
          </a:r>
        </a:p>
      </dgm:t>
    </dgm:pt>
    <dgm:pt modelId="{9E6ED557-5DAA-426E-A51A-6FF9A58ADA8B}" type="parTrans" cxnId="{73227D22-242E-4D45-8D0D-0576592C73A7}">
      <dgm:prSet/>
      <dgm:spPr/>
      <dgm:t>
        <a:bodyPr/>
        <a:lstStyle/>
        <a:p>
          <a:endParaRPr lang="en-US"/>
        </a:p>
      </dgm:t>
    </dgm:pt>
    <dgm:pt modelId="{5483DCDC-459A-43AA-B309-497E1E7578E5}" type="sibTrans" cxnId="{73227D22-242E-4D45-8D0D-0576592C73A7}">
      <dgm:prSet/>
      <dgm:spPr/>
      <dgm:t>
        <a:bodyPr/>
        <a:lstStyle/>
        <a:p>
          <a:endParaRPr lang="en-US"/>
        </a:p>
      </dgm:t>
    </dgm:pt>
    <dgm:pt modelId="{C5BE9179-FCAA-4975-856F-04A1E09A5BEB}" type="pres">
      <dgm:prSet presAssocID="{7CDC8225-F921-4DFD-9C0B-24F8023443DD}" presName="root" presStyleCnt="0">
        <dgm:presLayoutVars>
          <dgm:dir/>
          <dgm:resizeHandles val="exact"/>
        </dgm:presLayoutVars>
      </dgm:prSet>
      <dgm:spPr/>
    </dgm:pt>
    <dgm:pt modelId="{9C9125F5-73F9-4534-BAE9-82903B19BF63}" type="pres">
      <dgm:prSet presAssocID="{9C4685FE-8934-4A0E-8C74-B94898DA0E66}" presName="compNode" presStyleCnt="0"/>
      <dgm:spPr/>
    </dgm:pt>
    <dgm:pt modelId="{96C58684-0853-470B-8F36-CD10AD41341D}" type="pres">
      <dgm:prSet presAssocID="{9C4685FE-8934-4A0E-8C74-B94898DA0E66}" presName="iconBgRect" presStyleLbl="bgShp" presStyleIdx="0" presStyleCnt="4"/>
      <dgm:spPr/>
    </dgm:pt>
    <dgm:pt modelId="{D63E8BD8-64B7-4D8B-B611-C1FA6BA97523}" type="pres">
      <dgm:prSet presAssocID="{9C4685FE-8934-4A0E-8C74-B94898DA0E6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9408202D-2B96-4DB2-BCD8-21F16271C884}" type="pres">
      <dgm:prSet presAssocID="{9C4685FE-8934-4A0E-8C74-B94898DA0E66}" presName="spaceRect" presStyleCnt="0"/>
      <dgm:spPr/>
    </dgm:pt>
    <dgm:pt modelId="{25C56596-B285-4949-BA48-8CE1CC780559}" type="pres">
      <dgm:prSet presAssocID="{9C4685FE-8934-4A0E-8C74-B94898DA0E66}" presName="textRect" presStyleLbl="revTx" presStyleIdx="0" presStyleCnt="4">
        <dgm:presLayoutVars>
          <dgm:chMax val="1"/>
          <dgm:chPref val="1"/>
        </dgm:presLayoutVars>
      </dgm:prSet>
      <dgm:spPr/>
    </dgm:pt>
    <dgm:pt modelId="{8A7735ED-EC30-4984-B180-F0F347DCA1DF}" type="pres">
      <dgm:prSet presAssocID="{C86180B6-3921-4437-BDD5-84582A93228E}" presName="sibTrans" presStyleCnt="0"/>
      <dgm:spPr/>
    </dgm:pt>
    <dgm:pt modelId="{44B232CF-3884-48BB-BC58-093607638D73}" type="pres">
      <dgm:prSet presAssocID="{505F07C7-4EE0-4939-BE86-B5A82AB907D9}" presName="compNode" presStyleCnt="0"/>
      <dgm:spPr/>
    </dgm:pt>
    <dgm:pt modelId="{DFCDE6BA-0E93-4C54-9926-C97686DA3564}" type="pres">
      <dgm:prSet presAssocID="{505F07C7-4EE0-4939-BE86-B5A82AB907D9}" presName="iconBgRect" presStyleLbl="bgShp" presStyleIdx="1" presStyleCnt="4"/>
      <dgm:spPr/>
    </dgm:pt>
    <dgm:pt modelId="{393A3F81-307A-40CA-BD83-5F421F51EC74}" type="pres">
      <dgm:prSet presAssocID="{505F07C7-4EE0-4939-BE86-B5A82AB907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645C7A5C-10D6-44FB-94C6-750CDBE7077D}" type="pres">
      <dgm:prSet presAssocID="{505F07C7-4EE0-4939-BE86-B5A82AB907D9}" presName="spaceRect" presStyleCnt="0"/>
      <dgm:spPr/>
    </dgm:pt>
    <dgm:pt modelId="{DA9B7119-72C7-4D17-83FD-037B8C0C6D25}" type="pres">
      <dgm:prSet presAssocID="{505F07C7-4EE0-4939-BE86-B5A82AB907D9}" presName="textRect" presStyleLbl="revTx" presStyleIdx="1" presStyleCnt="4">
        <dgm:presLayoutVars>
          <dgm:chMax val="1"/>
          <dgm:chPref val="1"/>
        </dgm:presLayoutVars>
      </dgm:prSet>
      <dgm:spPr/>
    </dgm:pt>
    <dgm:pt modelId="{E90C263B-BCF6-4980-B0C0-D7ACCA9A3F43}" type="pres">
      <dgm:prSet presAssocID="{48B22DBE-5563-4858-91F4-B224D86DB315}" presName="sibTrans" presStyleCnt="0"/>
      <dgm:spPr/>
    </dgm:pt>
    <dgm:pt modelId="{3266EA09-7DAE-4645-9B32-7A855E405B3D}" type="pres">
      <dgm:prSet presAssocID="{F2C6E2DD-4702-4013-8FF0-1310CADD5475}" presName="compNode" presStyleCnt="0"/>
      <dgm:spPr/>
    </dgm:pt>
    <dgm:pt modelId="{C09EBAE2-B93F-451F-9C99-DA1914884FBD}" type="pres">
      <dgm:prSet presAssocID="{F2C6E2DD-4702-4013-8FF0-1310CADD5475}" presName="iconBgRect" presStyleLbl="bgShp" presStyleIdx="2" presStyleCnt="4"/>
      <dgm:spPr/>
    </dgm:pt>
    <dgm:pt modelId="{CC26FBA7-CF61-4813-A29B-B244453E0F6D}" type="pres">
      <dgm:prSet presAssocID="{F2C6E2DD-4702-4013-8FF0-1310CADD54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7E01A3E1-0D0B-4D4B-9867-307888ED49D7}" type="pres">
      <dgm:prSet presAssocID="{F2C6E2DD-4702-4013-8FF0-1310CADD5475}" presName="spaceRect" presStyleCnt="0"/>
      <dgm:spPr/>
    </dgm:pt>
    <dgm:pt modelId="{48488500-49B9-4417-BFBE-D2B40BEBCD0D}" type="pres">
      <dgm:prSet presAssocID="{F2C6E2DD-4702-4013-8FF0-1310CADD5475}" presName="textRect" presStyleLbl="revTx" presStyleIdx="2" presStyleCnt="4">
        <dgm:presLayoutVars>
          <dgm:chMax val="1"/>
          <dgm:chPref val="1"/>
        </dgm:presLayoutVars>
      </dgm:prSet>
      <dgm:spPr/>
    </dgm:pt>
    <dgm:pt modelId="{56D17BEE-25F9-49F7-A4C8-60D8DA416D84}" type="pres">
      <dgm:prSet presAssocID="{12D2C8B2-2A97-403A-9BD7-E68382C1D962}" presName="sibTrans" presStyleCnt="0"/>
      <dgm:spPr/>
    </dgm:pt>
    <dgm:pt modelId="{E3225224-B70C-4E64-9F49-BAF32CE0BE7C}" type="pres">
      <dgm:prSet presAssocID="{F21AEE97-234B-4C63-BAB6-2320E4410781}" presName="compNode" presStyleCnt="0"/>
      <dgm:spPr/>
    </dgm:pt>
    <dgm:pt modelId="{3014591A-BD15-49CA-8F7B-4787B6E4C236}" type="pres">
      <dgm:prSet presAssocID="{F21AEE97-234B-4C63-BAB6-2320E4410781}" presName="iconBgRect" presStyleLbl="bgShp" presStyleIdx="3" presStyleCnt="4"/>
      <dgm:spPr/>
    </dgm:pt>
    <dgm:pt modelId="{08412B31-E334-4E69-A2E5-0AC895A85C90}" type="pres">
      <dgm:prSet presAssocID="{F21AEE97-234B-4C63-BAB6-2320E44107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89480002-6BA9-4FFB-9BEA-3FC69D043D04}" type="pres">
      <dgm:prSet presAssocID="{F21AEE97-234B-4C63-BAB6-2320E4410781}" presName="spaceRect" presStyleCnt="0"/>
      <dgm:spPr/>
    </dgm:pt>
    <dgm:pt modelId="{45F89E09-A677-40E1-BE3F-C64B68ABAFFE}" type="pres">
      <dgm:prSet presAssocID="{F21AEE97-234B-4C63-BAB6-2320E44107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227D22-242E-4D45-8D0D-0576592C73A7}" srcId="{7CDC8225-F921-4DFD-9C0B-24F8023443DD}" destId="{F21AEE97-234B-4C63-BAB6-2320E4410781}" srcOrd="3" destOrd="0" parTransId="{9E6ED557-5DAA-426E-A51A-6FF9A58ADA8B}" sibTransId="{5483DCDC-459A-43AA-B309-497E1E7578E5}"/>
    <dgm:cxn modelId="{9037942C-A26E-4DBB-8C99-11A09373CB93}" srcId="{7CDC8225-F921-4DFD-9C0B-24F8023443DD}" destId="{9C4685FE-8934-4A0E-8C74-B94898DA0E66}" srcOrd="0" destOrd="0" parTransId="{B8B3F9A9-61BC-44BF-A96D-730390A1C255}" sibTransId="{C86180B6-3921-4437-BDD5-84582A93228E}"/>
    <dgm:cxn modelId="{9D43F35B-A28D-43EB-B22B-2ACA1B85450C}" type="presOf" srcId="{7CDC8225-F921-4DFD-9C0B-24F8023443DD}" destId="{C5BE9179-FCAA-4975-856F-04A1E09A5BEB}" srcOrd="0" destOrd="0" presId="urn:microsoft.com/office/officeart/2018/5/layout/IconCircleLabelList"/>
    <dgm:cxn modelId="{5E8CE17F-ADA6-483A-8EF0-7F76F10046D9}" type="presOf" srcId="{F2C6E2DD-4702-4013-8FF0-1310CADD5475}" destId="{48488500-49B9-4417-BFBE-D2B40BEBCD0D}" srcOrd="0" destOrd="0" presId="urn:microsoft.com/office/officeart/2018/5/layout/IconCircleLabelList"/>
    <dgm:cxn modelId="{8DACE38C-CAA3-4A94-A308-DBAEA23FC093}" srcId="{7CDC8225-F921-4DFD-9C0B-24F8023443DD}" destId="{F2C6E2DD-4702-4013-8FF0-1310CADD5475}" srcOrd="2" destOrd="0" parTransId="{B45726CC-D7FE-42D7-BEBD-17E8B89BF00E}" sibTransId="{12D2C8B2-2A97-403A-9BD7-E68382C1D962}"/>
    <dgm:cxn modelId="{6A67B59C-A18F-46C5-9296-183F37104A33}" srcId="{7CDC8225-F921-4DFD-9C0B-24F8023443DD}" destId="{505F07C7-4EE0-4939-BE86-B5A82AB907D9}" srcOrd="1" destOrd="0" parTransId="{3C00E5C4-5AFB-4F2B-B8C0-18A664A9F378}" sibTransId="{48B22DBE-5563-4858-91F4-B224D86DB315}"/>
    <dgm:cxn modelId="{E0555CAB-2252-4951-A651-1A2FE6B906F8}" type="presOf" srcId="{9C4685FE-8934-4A0E-8C74-B94898DA0E66}" destId="{25C56596-B285-4949-BA48-8CE1CC780559}" srcOrd="0" destOrd="0" presId="urn:microsoft.com/office/officeart/2018/5/layout/IconCircleLabelList"/>
    <dgm:cxn modelId="{353114C4-2E08-47F5-8D94-84611DA1E58A}" type="presOf" srcId="{505F07C7-4EE0-4939-BE86-B5A82AB907D9}" destId="{DA9B7119-72C7-4D17-83FD-037B8C0C6D25}" srcOrd="0" destOrd="0" presId="urn:microsoft.com/office/officeart/2018/5/layout/IconCircleLabelList"/>
    <dgm:cxn modelId="{2D6F4BD1-DD9E-4C5F-BD32-FDE527F48F7E}" type="presOf" srcId="{F21AEE97-234B-4C63-BAB6-2320E4410781}" destId="{45F89E09-A677-40E1-BE3F-C64B68ABAFFE}" srcOrd="0" destOrd="0" presId="urn:microsoft.com/office/officeart/2018/5/layout/IconCircleLabelList"/>
    <dgm:cxn modelId="{1717228B-17FC-44D8-8397-E2D06C99BEBF}" type="presParOf" srcId="{C5BE9179-FCAA-4975-856F-04A1E09A5BEB}" destId="{9C9125F5-73F9-4534-BAE9-82903B19BF63}" srcOrd="0" destOrd="0" presId="urn:microsoft.com/office/officeart/2018/5/layout/IconCircleLabelList"/>
    <dgm:cxn modelId="{1DEF9B51-2331-42B3-B4BD-B8292F19DA3A}" type="presParOf" srcId="{9C9125F5-73F9-4534-BAE9-82903B19BF63}" destId="{96C58684-0853-470B-8F36-CD10AD41341D}" srcOrd="0" destOrd="0" presId="urn:microsoft.com/office/officeart/2018/5/layout/IconCircleLabelList"/>
    <dgm:cxn modelId="{D7646CAE-63C6-46CB-BE68-9B8235CEEF5C}" type="presParOf" srcId="{9C9125F5-73F9-4534-BAE9-82903B19BF63}" destId="{D63E8BD8-64B7-4D8B-B611-C1FA6BA97523}" srcOrd="1" destOrd="0" presId="urn:microsoft.com/office/officeart/2018/5/layout/IconCircleLabelList"/>
    <dgm:cxn modelId="{B06B0B9E-91C0-43B8-8BA5-E53638F08645}" type="presParOf" srcId="{9C9125F5-73F9-4534-BAE9-82903B19BF63}" destId="{9408202D-2B96-4DB2-BCD8-21F16271C884}" srcOrd="2" destOrd="0" presId="urn:microsoft.com/office/officeart/2018/5/layout/IconCircleLabelList"/>
    <dgm:cxn modelId="{152D1780-1305-44EE-B90B-74F06EBFD0E9}" type="presParOf" srcId="{9C9125F5-73F9-4534-BAE9-82903B19BF63}" destId="{25C56596-B285-4949-BA48-8CE1CC780559}" srcOrd="3" destOrd="0" presId="urn:microsoft.com/office/officeart/2018/5/layout/IconCircleLabelList"/>
    <dgm:cxn modelId="{182F0DEE-6B21-4B49-AFA7-35697E2FDF26}" type="presParOf" srcId="{C5BE9179-FCAA-4975-856F-04A1E09A5BEB}" destId="{8A7735ED-EC30-4984-B180-F0F347DCA1DF}" srcOrd="1" destOrd="0" presId="urn:microsoft.com/office/officeart/2018/5/layout/IconCircleLabelList"/>
    <dgm:cxn modelId="{42B72426-AE41-4063-A1B6-FF0B339C1886}" type="presParOf" srcId="{C5BE9179-FCAA-4975-856F-04A1E09A5BEB}" destId="{44B232CF-3884-48BB-BC58-093607638D73}" srcOrd="2" destOrd="0" presId="urn:microsoft.com/office/officeart/2018/5/layout/IconCircleLabelList"/>
    <dgm:cxn modelId="{16258933-5056-415E-B1F9-6F72D84E1A29}" type="presParOf" srcId="{44B232CF-3884-48BB-BC58-093607638D73}" destId="{DFCDE6BA-0E93-4C54-9926-C97686DA3564}" srcOrd="0" destOrd="0" presId="urn:microsoft.com/office/officeart/2018/5/layout/IconCircleLabelList"/>
    <dgm:cxn modelId="{6D50EF53-6996-444C-8B1B-9C7655572AB6}" type="presParOf" srcId="{44B232CF-3884-48BB-BC58-093607638D73}" destId="{393A3F81-307A-40CA-BD83-5F421F51EC74}" srcOrd="1" destOrd="0" presId="urn:microsoft.com/office/officeart/2018/5/layout/IconCircleLabelList"/>
    <dgm:cxn modelId="{16D3DAB0-EC1B-40FC-965A-C4FD934BB5D8}" type="presParOf" srcId="{44B232CF-3884-48BB-BC58-093607638D73}" destId="{645C7A5C-10D6-44FB-94C6-750CDBE7077D}" srcOrd="2" destOrd="0" presId="urn:microsoft.com/office/officeart/2018/5/layout/IconCircleLabelList"/>
    <dgm:cxn modelId="{830BDE84-AC9E-4AFD-BE28-70CF31DCA80B}" type="presParOf" srcId="{44B232CF-3884-48BB-BC58-093607638D73}" destId="{DA9B7119-72C7-4D17-83FD-037B8C0C6D25}" srcOrd="3" destOrd="0" presId="urn:microsoft.com/office/officeart/2018/5/layout/IconCircleLabelList"/>
    <dgm:cxn modelId="{5E6ADA1F-77A0-4373-9775-52F613C0EBE9}" type="presParOf" srcId="{C5BE9179-FCAA-4975-856F-04A1E09A5BEB}" destId="{E90C263B-BCF6-4980-B0C0-D7ACCA9A3F43}" srcOrd="3" destOrd="0" presId="urn:microsoft.com/office/officeart/2018/5/layout/IconCircleLabelList"/>
    <dgm:cxn modelId="{84078FD6-0EDC-4E43-B2E4-CB2A49287192}" type="presParOf" srcId="{C5BE9179-FCAA-4975-856F-04A1E09A5BEB}" destId="{3266EA09-7DAE-4645-9B32-7A855E405B3D}" srcOrd="4" destOrd="0" presId="urn:microsoft.com/office/officeart/2018/5/layout/IconCircleLabelList"/>
    <dgm:cxn modelId="{250A8A06-7A34-4EA5-93BE-A4B65CAEA152}" type="presParOf" srcId="{3266EA09-7DAE-4645-9B32-7A855E405B3D}" destId="{C09EBAE2-B93F-451F-9C99-DA1914884FBD}" srcOrd="0" destOrd="0" presId="urn:microsoft.com/office/officeart/2018/5/layout/IconCircleLabelList"/>
    <dgm:cxn modelId="{BD111877-5D0E-44DF-8BF6-D8323677CF80}" type="presParOf" srcId="{3266EA09-7DAE-4645-9B32-7A855E405B3D}" destId="{CC26FBA7-CF61-4813-A29B-B244453E0F6D}" srcOrd="1" destOrd="0" presId="urn:microsoft.com/office/officeart/2018/5/layout/IconCircleLabelList"/>
    <dgm:cxn modelId="{2B3C9D5A-1C15-44E4-8B4D-06EC90BD557D}" type="presParOf" srcId="{3266EA09-7DAE-4645-9B32-7A855E405B3D}" destId="{7E01A3E1-0D0B-4D4B-9867-307888ED49D7}" srcOrd="2" destOrd="0" presId="urn:microsoft.com/office/officeart/2018/5/layout/IconCircleLabelList"/>
    <dgm:cxn modelId="{CFB718CC-1FC8-4D5D-B17A-A6A74C8E4BE9}" type="presParOf" srcId="{3266EA09-7DAE-4645-9B32-7A855E405B3D}" destId="{48488500-49B9-4417-BFBE-D2B40BEBCD0D}" srcOrd="3" destOrd="0" presId="urn:microsoft.com/office/officeart/2018/5/layout/IconCircleLabelList"/>
    <dgm:cxn modelId="{C721EC94-154C-484A-92C0-2AF8D78BFCC8}" type="presParOf" srcId="{C5BE9179-FCAA-4975-856F-04A1E09A5BEB}" destId="{56D17BEE-25F9-49F7-A4C8-60D8DA416D84}" srcOrd="5" destOrd="0" presId="urn:microsoft.com/office/officeart/2018/5/layout/IconCircleLabelList"/>
    <dgm:cxn modelId="{43082751-8CEF-4228-9B48-B9A208CCA974}" type="presParOf" srcId="{C5BE9179-FCAA-4975-856F-04A1E09A5BEB}" destId="{E3225224-B70C-4E64-9F49-BAF32CE0BE7C}" srcOrd="6" destOrd="0" presId="urn:microsoft.com/office/officeart/2018/5/layout/IconCircleLabelList"/>
    <dgm:cxn modelId="{24C1465B-676D-4FEA-B8E8-C44392194C62}" type="presParOf" srcId="{E3225224-B70C-4E64-9F49-BAF32CE0BE7C}" destId="{3014591A-BD15-49CA-8F7B-4787B6E4C236}" srcOrd="0" destOrd="0" presId="urn:microsoft.com/office/officeart/2018/5/layout/IconCircleLabelList"/>
    <dgm:cxn modelId="{1786FB68-EEED-4E6F-8E2B-B1C01F83B061}" type="presParOf" srcId="{E3225224-B70C-4E64-9F49-BAF32CE0BE7C}" destId="{08412B31-E334-4E69-A2E5-0AC895A85C90}" srcOrd="1" destOrd="0" presId="urn:microsoft.com/office/officeart/2018/5/layout/IconCircleLabelList"/>
    <dgm:cxn modelId="{9519FCF2-AB71-483D-AB46-492D8F22D7A6}" type="presParOf" srcId="{E3225224-B70C-4E64-9F49-BAF32CE0BE7C}" destId="{89480002-6BA9-4FFB-9BEA-3FC69D043D04}" srcOrd="2" destOrd="0" presId="urn:microsoft.com/office/officeart/2018/5/layout/IconCircleLabelList"/>
    <dgm:cxn modelId="{88B69438-20F9-4751-8343-0A49CE20C123}" type="presParOf" srcId="{E3225224-B70C-4E64-9F49-BAF32CE0BE7C}" destId="{45F89E09-A677-40E1-BE3F-C64B68ABAFF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33E2A64-9BAC-48D7-BA88-FB93476DF57F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DE6956A-21BB-494A-ABAC-03EE97E977A4}">
      <dgm:prSet/>
      <dgm:spPr/>
      <dgm:t>
        <a:bodyPr/>
        <a:lstStyle/>
        <a:p>
          <a:r>
            <a:rPr lang="en-US"/>
            <a:t>Lexical: @a = 5;</a:t>
          </a:r>
        </a:p>
      </dgm:t>
    </dgm:pt>
    <dgm:pt modelId="{A22ECD71-DFAE-4755-B12E-1DA35DBE3FB6}" type="parTrans" cxnId="{8E730895-7457-4E45-8060-AC14DC0B9C56}">
      <dgm:prSet/>
      <dgm:spPr/>
      <dgm:t>
        <a:bodyPr/>
        <a:lstStyle/>
        <a:p>
          <a:endParaRPr lang="en-US"/>
        </a:p>
      </dgm:t>
    </dgm:pt>
    <dgm:pt modelId="{307D56DD-F793-4FAA-9A0A-B436171BA8A4}" type="sibTrans" cxnId="{8E730895-7457-4E45-8060-AC14DC0B9C56}">
      <dgm:prSet/>
      <dgm:spPr/>
      <dgm:t>
        <a:bodyPr/>
        <a:lstStyle/>
        <a:p>
          <a:endParaRPr lang="en-US"/>
        </a:p>
      </dgm:t>
    </dgm:pt>
    <dgm:pt modelId="{6B3D352C-FFBC-4BC0-ADF5-59863EA0C3C0}">
      <dgm:prSet/>
      <dgm:spPr/>
      <dgm:t>
        <a:bodyPr/>
        <a:lstStyle/>
        <a:p>
          <a:r>
            <a:rPr lang="en-US"/>
            <a:t>Syntax: a = + 5;</a:t>
          </a:r>
        </a:p>
      </dgm:t>
    </dgm:pt>
    <dgm:pt modelId="{B0989C51-A928-4F61-AA7D-8C72BFB31254}" type="parTrans" cxnId="{2C4766FC-EFE8-45E2-85FA-A4C49D4C0FA9}">
      <dgm:prSet/>
      <dgm:spPr/>
      <dgm:t>
        <a:bodyPr/>
        <a:lstStyle/>
        <a:p>
          <a:endParaRPr lang="en-US"/>
        </a:p>
      </dgm:t>
    </dgm:pt>
    <dgm:pt modelId="{4E08F975-E727-4366-9C68-7EAD7FCAC31A}" type="sibTrans" cxnId="{2C4766FC-EFE8-45E2-85FA-A4C49D4C0FA9}">
      <dgm:prSet/>
      <dgm:spPr/>
      <dgm:t>
        <a:bodyPr/>
        <a:lstStyle/>
        <a:p>
          <a:endParaRPr lang="en-US"/>
        </a:p>
      </dgm:t>
    </dgm:pt>
    <dgm:pt modelId="{95003D4E-433C-4653-B9DC-2FCE8682B90E}">
      <dgm:prSet/>
      <dgm:spPr/>
      <dgm:t>
        <a:bodyPr/>
        <a:lstStyle/>
        <a:p>
          <a:r>
            <a:rPr lang="en-US"/>
            <a:t>Semantic: int a; a = 3.5;</a:t>
          </a:r>
        </a:p>
      </dgm:t>
    </dgm:pt>
    <dgm:pt modelId="{6C360A86-CEEA-4B8C-AD0D-2266F874D1F6}" type="parTrans" cxnId="{FBE60BEB-C9B1-482C-94BB-B58E73BC42B4}">
      <dgm:prSet/>
      <dgm:spPr/>
      <dgm:t>
        <a:bodyPr/>
        <a:lstStyle/>
        <a:p>
          <a:endParaRPr lang="en-US"/>
        </a:p>
      </dgm:t>
    </dgm:pt>
    <dgm:pt modelId="{1C74A2E2-9208-4990-9A75-F6938C61C242}" type="sibTrans" cxnId="{FBE60BEB-C9B1-482C-94BB-B58E73BC42B4}">
      <dgm:prSet/>
      <dgm:spPr/>
      <dgm:t>
        <a:bodyPr/>
        <a:lstStyle/>
        <a:p>
          <a:endParaRPr lang="en-US"/>
        </a:p>
      </dgm:t>
    </dgm:pt>
    <dgm:pt modelId="{09A50267-73CC-46D1-B3E7-8A71096F9ADB}" type="pres">
      <dgm:prSet presAssocID="{133E2A64-9BAC-48D7-BA88-FB93476DF57F}" presName="diagram" presStyleCnt="0">
        <dgm:presLayoutVars>
          <dgm:dir/>
          <dgm:resizeHandles val="exact"/>
        </dgm:presLayoutVars>
      </dgm:prSet>
      <dgm:spPr/>
    </dgm:pt>
    <dgm:pt modelId="{FE9230BD-AFD8-401B-8542-A1995CC6ADF2}" type="pres">
      <dgm:prSet presAssocID="{5DE6956A-21BB-494A-ABAC-03EE97E977A4}" presName="node" presStyleLbl="node1" presStyleIdx="0" presStyleCnt="3">
        <dgm:presLayoutVars>
          <dgm:bulletEnabled val="1"/>
        </dgm:presLayoutVars>
      </dgm:prSet>
      <dgm:spPr/>
    </dgm:pt>
    <dgm:pt modelId="{5275EA80-CBA7-47AB-BC87-558F1F017BCA}" type="pres">
      <dgm:prSet presAssocID="{307D56DD-F793-4FAA-9A0A-B436171BA8A4}" presName="sibTrans" presStyleCnt="0"/>
      <dgm:spPr/>
    </dgm:pt>
    <dgm:pt modelId="{86CFC560-1534-409F-ACD5-23A982812AE1}" type="pres">
      <dgm:prSet presAssocID="{6B3D352C-FFBC-4BC0-ADF5-59863EA0C3C0}" presName="node" presStyleLbl="node1" presStyleIdx="1" presStyleCnt="3">
        <dgm:presLayoutVars>
          <dgm:bulletEnabled val="1"/>
        </dgm:presLayoutVars>
      </dgm:prSet>
      <dgm:spPr/>
    </dgm:pt>
    <dgm:pt modelId="{6AA034EF-D82D-423C-AD78-3FD48D51F85C}" type="pres">
      <dgm:prSet presAssocID="{4E08F975-E727-4366-9C68-7EAD7FCAC31A}" presName="sibTrans" presStyleCnt="0"/>
      <dgm:spPr/>
    </dgm:pt>
    <dgm:pt modelId="{6BA256A7-CBA3-40E2-AAB2-2E4B895BF2A1}" type="pres">
      <dgm:prSet presAssocID="{95003D4E-433C-4653-B9DC-2FCE8682B90E}" presName="node" presStyleLbl="node1" presStyleIdx="2" presStyleCnt="3">
        <dgm:presLayoutVars>
          <dgm:bulletEnabled val="1"/>
        </dgm:presLayoutVars>
      </dgm:prSet>
      <dgm:spPr/>
    </dgm:pt>
  </dgm:ptLst>
  <dgm:cxnLst>
    <dgm:cxn modelId="{F826A594-7CA2-4BD3-80A5-DDDBB594067C}" type="presOf" srcId="{95003D4E-433C-4653-B9DC-2FCE8682B90E}" destId="{6BA256A7-CBA3-40E2-AAB2-2E4B895BF2A1}" srcOrd="0" destOrd="0" presId="urn:microsoft.com/office/officeart/2005/8/layout/default"/>
    <dgm:cxn modelId="{8E730895-7457-4E45-8060-AC14DC0B9C56}" srcId="{133E2A64-9BAC-48D7-BA88-FB93476DF57F}" destId="{5DE6956A-21BB-494A-ABAC-03EE97E977A4}" srcOrd="0" destOrd="0" parTransId="{A22ECD71-DFAE-4755-B12E-1DA35DBE3FB6}" sibTransId="{307D56DD-F793-4FAA-9A0A-B436171BA8A4}"/>
    <dgm:cxn modelId="{48D485BF-A717-4731-B046-46A36FAD2A9B}" type="presOf" srcId="{5DE6956A-21BB-494A-ABAC-03EE97E977A4}" destId="{FE9230BD-AFD8-401B-8542-A1995CC6ADF2}" srcOrd="0" destOrd="0" presId="urn:microsoft.com/office/officeart/2005/8/layout/default"/>
    <dgm:cxn modelId="{20A27FC9-CEDC-4EB7-9E7E-7A9834BDE85B}" type="presOf" srcId="{133E2A64-9BAC-48D7-BA88-FB93476DF57F}" destId="{09A50267-73CC-46D1-B3E7-8A71096F9ADB}" srcOrd="0" destOrd="0" presId="urn:microsoft.com/office/officeart/2005/8/layout/default"/>
    <dgm:cxn modelId="{027EEAD8-DFD1-4DDC-B03B-68D239749286}" type="presOf" srcId="{6B3D352C-FFBC-4BC0-ADF5-59863EA0C3C0}" destId="{86CFC560-1534-409F-ACD5-23A982812AE1}" srcOrd="0" destOrd="0" presId="urn:microsoft.com/office/officeart/2005/8/layout/default"/>
    <dgm:cxn modelId="{FBE60BEB-C9B1-482C-94BB-B58E73BC42B4}" srcId="{133E2A64-9BAC-48D7-BA88-FB93476DF57F}" destId="{95003D4E-433C-4653-B9DC-2FCE8682B90E}" srcOrd="2" destOrd="0" parTransId="{6C360A86-CEEA-4B8C-AD0D-2266F874D1F6}" sibTransId="{1C74A2E2-9208-4990-9A75-F6938C61C242}"/>
    <dgm:cxn modelId="{2C4766FC-EFE8-45E2-85FA-A4C49D4C0FA9}" srcId="{133E2A64-9BAC-48D7-BA88-FB93476DF57F}" destId="{6B3D352C-FFBC-4BC0-ADF5-59863EA0C3C0}" srcOrd="1" destOrd="0" parTransId="{B0989C51-A928-4F61-AA7D-8C72BFB31254}" sibTransId="{4E08F975-E727-4366-9C68-7EAD7FCAC31A}"/>
    <dgm:cxn modelId="{BF01565B-3A82-4E5C-AF87-9035148C959A}" type="presParOf" srcId="{09A50267-73CC-46D1-B3E7-8A71096F9ADB}" destId="{FE9230BD-AFD8-401B-8542-A1995CC6ADF2}" srcOrd="0" destOrd="0" presId="urn:microsoft.com/office/officeart/2005/8/layout/default"/>
    <dgm:cxn modelId="{A7DD075E-D651-49CE-B728-0AB21B6D9CAA}" type="presParOf" srcId="{09A50267-73CC-46D1-B3E7-8A71096F9ADB}" destId="{5275EA80-CBA7-47AB-BC87-558F1F017BCA}" srcOrd="1" destOrd="0" presId="urn:microsoft.com/office/officeart/2005/8/layout/default"/>
    <dgm:cxn modelId="{70B56A7F-0993-4495-9BD0-A8778025BB62}" type="presParOf" srcId="{09A50267-73CC-46D1-B3E7-8A71096F9ADB}" destId="{86CFC560-1534-409F-ACD5-23A982812AE1}" srcOrd="2" destOrd="0" presId="urn:microsoft.com/office/officeart/2005/8/layout/default"/>
    <dgm:cxn modelId="{26D801A5-944E-45A5-9A8E-562BCF012179}" type="presParOf" srcId="{09A50267-73CC-46D1-B3E7-8A71096F9ADB}" destId="{6AA034EF-D82D-423C-AD78-3FD48D51F85C}" srcOrd="3" destOrd="0" presId="urn:microsoft.com/office/officeart/2005/8/layout/default"/>
    <dgm:cxn modelId="{7518499C-EE21-498F-8F2A-BC5E8BE9BAC0}" type="presParOf" srcId="{09A50267-73CC-46D1-B3E7-8A71096F9ADB}" destId="{6BA256A7-CBA3-40E2-AAB2-2E4B895BF2A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83F38C8-1E7F-48D5-BAFE-8AB78E799B5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E1BFA18-2532-40A5-821C-35209990931F}">
      <dgm:prSet/>
      <dgm:spPr/>
      <dgm:t>
        <a:bodyPr/>
        <a:lstStyle/>
        <a:p>
          <a:pPr>
            <a:defRPr cap="all"/>
          </a:pPr>
          <a:r>
            <a:rPr lang="en-US"/>
            <a:t>• Compiler works in phases</a:t>
          </a:r>
        </a:p>
      </dgm:t>
    </dgm:pt>
    <dgm:pt modelId="{91E60DA4-0E0D-4606-B573-DD8876C52F2F}" type="parTrans" cxnId="{A83D614C-18AA-4F2E-B475-72CA7435921D}">
      <dgm:prSet/>
      <dgm:spPr/>
      <dgm:t>
        <a:bodyPr/>
        <a:lstStyle/>
        <a:p>
          <a:endParaRPr lang="en-US"/>
        </a:p>
      </dgm:t>
    </dgm:pt>
    <dgm:pt modelId="{CF5D8408-76AF-486E-8099-F074B8E7E701}" type="sibTrans" cxnId="{A83D614C-18AA-4F2E-B475-72CA7435921D}">
      <dgm:prSet/>
      <dgm:spPr/>
      <dgm:t>
        <a:bodyPr/>
        <a:lstStyle/>
        <a:p>
          <a:endParaRPr lang="en-US"/>
        </a:p>
      </dgm:t>
    </dgm:pt>
    <dgm:pt modelId="{8DA78162-D11E-468C-BB1D-9979E1272386}">
      <dgm:prSet/>
      <dgm:spPr/>
      <dgm:t>
        <a:bodyPr/>
        <a:lstStyle/>
        <a:p>
          <a:pPr>
            <a:defRPr cap="all"/>
          </a:pPr>
          <a:r>
            <a:rPr lang="en-US"/>
            <a:t>• Each phase transforms code</a:t>
          </a:r>
        </a:p>
      </dgm:t>
    </dgm:pt>
    <dgm:pt modelId="{5DE6E6F8-3554-404A-83D0-68AD6214B033}" type="parTrans" cxnId="{7BB9539A-8812-48EE-B05D-05117ADCDF06}">
      <dgm:prSet/>
      <dgm:spPr/>
      <dgm:t>
        <a:bodyPr/>
        <a:lstStyle/>
        <a:p>
          <a:endParaRPr lang="en-US"/>
        </a:p>
      </dgm:t>
    </dgm:pt>
    <dgm:pt modelId="{9D6D709E-9ECA-4CAD-A462-B8582076DFB8}" type="sibTrans" cxnId="{7BB9539A-8812-48EE-B05D-05117ADCDF06}">
      <dgm:prSet/>
      <dgm:spPr/>
      <dgm:t>
        <a:bodyPr/>
        <a:lstStyle/>
        <a:p>
          <a:endParaRPr lang="en-US"/>
        </a:p>
      </dgm:t>
    </dgm:pt>
    <dgm:pt modelId="{2FCD7102-A4DC-4A89-A900-49FE1A9333E1}">
      <dgm:prSet/>
      <dgm:spPr/>
      <dgm:t>
        <a:bodyPr/>
        <a:lstStyle/>
        <a:p>
          <a:pPr>
            <a:defRPr cap="all"/>
          </a:pPr>
          <a:r>
            <a:rPr lang="en-US"/>
            <a:t>• Efficient executable is generated</a:t>
          </a:r>
        </a:p>
      </dgm:t>
    </dgm:pt>
    <dgm:pt modelId="{A259E959-8140-4A6D-A385-795BAEAD4E2B}" type="parTrans" cxnId="{6AE5F14A-ECF9-42D4-A530-4CE1CC8834A8}">
      <dgm:prSet/>
      <dgm:spPr/>
      <dgm:t>
        <a:bodyPr/>
        <a:lstStyle/>
        <a:p>
          <a:endParaRPr lang="en-US"/>
        </a:p>
      </dgm:t>
    </dgm:pt>
    <dgm:pt modelId="{42CD6E9A-2D61-430E-87BC-9172C3B66D48}" type="sibTrans" cxnId="{6AE5F14A-ECF9-42D4-A530-4CE1CC8834A8}">
      <dgm:prSet/>
      <dgm:spPr/>
      <dgm:t>
        <a:bodyPr/>
        <a:lstStyle/>
        <a:p>
          <a:endParaRPr lang="en-US"/>
        </a:p>
      </dgm:t>
    </dgm:pt>
    <dgm:pt modelId="{4DC1645D-F362-4E47-876B-B4057471BDD3}" type="pres">
      <dgm:prSet presAssocID="{083F38C8-1E7F-48D5-BAFE-8AB78E799B58}" presName="root" presStyleCnt="0">
        <dgm:presLayoutVars>
          <dgm:dir/>
          <dgm:resizeHandles val="exact"/>
        </dgm:presLayoutVars>
      </dgm:prSet>
      <dgm:spPr/>
    </dgm:pt>
    <dgm:pt modelId="{C4673877-825B-4918-85C6-23E73DA68D95}" type="pres">
      <dgm:prSet presAssocID="{0E1BFA18-2532-40A5-821C-35209990931F}" presName="compNode" presStyleCnt="0"/>
      <dgm:spPr/>
    </dgm:pt>
    <dgm:pt modelId="{A1ECB965-556C-4844-B950-7FD3EC826896}" type="pres">
      <dgm:prSet presAssocID="{0E1BFA18-2532-40A5-821C-35209990931F}" presName="iconBgRect" presStyleLbl="bgShp" presStyleIdx="0" presStyleCnt="3"/>
      <dgm:spPr/>
    </dgm:pt>
    <dgm:pt modelId="{B3C1EAD3-59BF-45CC-A679-76B0D2734381}" type="pres">
      <dgm:prSet presAssocID="{0E1BFA18-2532-40A5-821C-3520999093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C421F3A-E145-4670-9D9B-6A669DCE1722}" type="pres">
      <dgm:prSet presAssocID="{0E1BFA18-2532-40A5-821C-35209990931F}" presName="spaceRect" presStyleCnt="0"/>
      <dgm:spPr/>
    </dgm:pt>
    <dgm:pt modelId="{1DF5BC38-2A30-4754-B491-B3CCE110A82D}" type="pres">
      <dgm:prSet presAssocID="{0E1BFA18-2532-40A5-821C-35209990931F}" presName="textRect" presStyleLbl="revTx" presStyleIdx="0" presStyleCnt="3">
        <dgm:presLayoutVars>
          <dgm:chMax val="1"/>
          <dgm:chPref val="1"/>
        </dgm:presLayoutVars>
      </dgm:prSet>
      <dgm:spPr/>
    </dgm:pt>
    <dgm:pt modelId="{4093B69F-B97E-41A0-89CF-7DE63EAFEC2C}" type="pres">
      <dgm:prSet presAssocID="{CF5D8408-76AF-486E-8099-F074B8E7E701}" presName="sibTrans" presStyleCnt="0"/>
      <dgm:spPr/>
    </dgm:pt>
    <dgm:pt modelId="{1553833F-BC9C-44A3-B922-731A3B67DCDE}" type="pres">
      <dgm:prSet presAssocID="{8DA78162-D11E-468C-BB1D-9979E1272386}" presName="compNode" presStyleCnt="0"/>
      <dgm:spPr/>
    </dgm:pt>
    <dgm:pt modelId="{FDD78EB7-AF28-4A6A-87FF-8CFDD72F02C0}" type="pres">
      <dgm:prSet presAssocID="{8DA78162-D11E-468C-BB1D-9979E1272386}" presName="iconBgRect" presStyleLbl="bgShp" presStyleIdx="1" presStyleCnt="3"/>
      <dgm:spPr/>
    </dgm:pt>
    <dgm:pt modelId="{8B9D84ED-9AAA-4FAB-B9D6-1AAEB9EEE2A9}" type="pres">
      <dgm:prSet presAssocID="{8DA78162-D11E-468C-BB1D-9979E12723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51BE02E1-AABF-442B-95E5-2B3BDB152DB9}" type="pres">
      <dgm:prSet presAssocID="{8DA78162-D11E-468C-BB1D-9979E1272386}" presName="spaceRect" presStyleCnt="0"/>
      <dgm:spPr/>
    </dgm:pt>
    <dgm:pt modelId="{67BD2A57-A697-4310-BB97-64B82AA5EF2E}" type="pres">
      <dgm:prSet presAssocID="{8DA78162-D11E-468C-BB1D-9979E1272386}" presName="textRect" presStyleLbl="revTx" presStyleIdx="1" presStyleCnt="3">
        <dgm:presLayoutVars>
          <dgm:chMax val="1"/>
          <dgm:chPref val="1"/>
        </dgm:presLayoutVars>
      </dgm:prSet>
      <dgm:spPr/>
    </dgm:pt>
    <dgm:pt modelId="{1F7DD76B-FA6F-40EE-AAB2-6215847BE751}" type="pres">
      <dgm:prSet presAssocID="{9D6D709E-9ECA-4CAD-A462-B8582076DFB8}" presName="sibTrans" presStyleCnt="0"/>
      <dgm:spPr/>
    </dgm:pt>
    <dgm:pt modelId="{107461D2-FF3B-4395-8298-E200F7F95AA4}" type="pres">
      <dgm:prSet presAssocID="{2FCD7102-A4DC-4A89-A900-49FE1A9333E1}" presName="compNode" presStyleCnt="0"/>
      <dgm:spPr/>
    </dgm:pt>
    <dgm:pt modelId="{373B5186-42C5-4553-8A86-05EFDF086350}" type="pres">
      <dgm:prSet presAssocID="{2FCD7102-A4DC-4A89-A900-49FE1A9333E1}" presName="iconBgRect" presStyleLbl="bgShp" presStyleIdx="2" presStyleCnt="3"/>
      <dgm:spPr/>
    </dgm:pt>
    <dgm:pt modelId="{C47912D9-FA56-4F68-AA26-86E755C321BB}" type="pres">
      <dgm:prSet presAssocID="{2FCD7102-A4DC-4A89-A900-49FE1A9333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7ECC289C-3FA0-4809-9227-D5840146CF97}" type="pres">
      <dgm:prSet presAssocID="{2FCD7102-A4DC-4A89-A900-49FE1A9333E1}" presName="spaceRect" presStyleCnt="0"/>
      <dgm:spPr/>
    </dgm:pt>
    <dgm:pt modelId="{77351B07-BE74-4263-83CC-9584FA3CD431}" type="pres">
      <dgm:prSet presAssocID="{2FCD7102-A4DC-4A89-A900-49FE1A9333E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E3BC663-4785-4D39-B771-98F23DD48BCC}" type="presOf" srcId="{2FCD7102-A4DC-4A89-A900-49FE1A9333E1}" destId="{77351B07-BE74-4263-83CC-9584FA3CD431}" srcOrd="0" destOrd="0" presId="urn:microsoft.com/office/officeart/2018/5/layout/IconCircleLabelList"/>
    <dgm:cxn modelId="{6AE5F14A-ECF9-42D4-A530-4CE1CC8834A8}" srcId="{083F38C8-1E7F-48D5-BAFE-8AB78E799B58}" destId="{2FCD7102-A4DC-4A89-A900-49FE1A9333E1}" srcOrd="2" destOrd="0" parTransId="{A259E959-8140-4A6D-A385-795BAEAD4E2B}" sibTransId="{42CD6E9A-2D61-430E-87BC-9172C3B66D48}"/>
    <dgm:cxn modelId="{A83D614C-18AA-4F2E-B475-72CA7435921D}" srcId="{083F38C8-1E7F-48D5-BAFE-8AB78E799B58}" destId="{0E1BFA18-2532-40A5-821C-35209990931F}" srcOrd="0" destOrd="0" parTransId="{91E60DA4-0E0D-4606-B573-DD8876C52F2F}" sibTransId="{CF5D8408-76AF-486E-8099-F074B8E7E701}"/>
    <dgm:cxn modelId="{8E41AB79-4A15-434E-AE12-E5FDFF1B1386}" type="presOf" srcId="{8DA78162-D11E-468C-BB1D-9979E1272386}" destId="{67BD2A57-A697-4310-BB97-64B82AA5EF2E}" srcOrd="0" destOrd="0" presId="urn:microsoft.com/office/officeart/2018/5/layout/IconCircleLabelList"/>
    <dgm:cxn modelId="{B3F95D96-D8A6-4E02-9444-4CED928B9A6D}" type="presOf" srcId="{0E1BFA18-2532-40A5-821C-35209990931F}" destId="{1DF5BC38-2A30-4754-B491-B3CCE110A82D}" srcOrd="0" destOrd="0" presId="urn:microsoft.com/office/officeart/2018/5/layout/IconCircleLabelList"/>
    <dgm:cxn modelId="{7BB9539A-8812-48EE-B05D-05117ADCDF06}" srcId="{083F38C8-1E7F-48D5-BAFE-8AB78E799B58}" destId="{8DA78162-D11E-468C-BB1D-9979E1272386}" srcOrd="1" destOrd="0" parTransId="{5DE6E6F8-3554-404A-83D0-68AD6214B033}" sibTransId="{9D6D709E-9ECA-4CAD-A462-B8582076DFB8}"/>
    <dgm:cxn modelId="{7B738EE3-A242-4A0B-A52D-8431BE9583A5}" type="presOf" srcId="{083F38C8-1E7F-48D5-BAFE-8AB78E799B58}" destId="{4DC1645D-F362-4E47-876B-B4057471BDD3}" srcOrd="0" destOrd="0" presId="urn:microsoft.com/office/officeart/2018/5/layout/IconCircleLabelList"/>
    <dgm:cxn modelId="{A8F71153-01DC-45E1-B9D5-0A3CB4A99C33}" type="presParOf" srcId="{4DC1645D-F362-4E47-876B-B4057471BDD3}" destId="{C4673877-825B-4918-85C6-23E73DA68D95}" srcOrd="0" destOrd="0" presId="urn:microsoft.com/office/officeart/2018/5/layout/IconCircleLabelList"/>
    <dgm:cxn modelId="{2F1B8D59-53BD-4396-A76D-67B71C0E2D95}" type="presParOf" srcId="{C4673877-825B-4918-85C6-23E73DA68D95}" destId="{A1ECB965-556C-4844-B950-7FD3EC826896}" srcOrd="0" destOrd="0" presId="urn:microsoft.com/office/officeart/2018/5/layout/IconCircleLabelList"/>
    <dgm:cxn modelId="{D255ED3B-5D6D-4E83-83A4-2E2ADC295DAB}" type="presParOf" srcId="{C4673877-825B-4918-85C6-23E73DA68D95}" destId="{B3C1EAD3-59BF-45CC-A679-76B0D2734381}" srcOrd="1" destOrd="0" presId="urn:microsoft.com/office/officeart/2018/5/layout/IconCircleLabelList"/>
    <dgm:cxn modelId="{2B80C678-5F9D-438D-AEA1-C927B4B70206}" type="presParOf" srcId="{C4673877-825B-4918-85C6-23E73DA68D95}" destId="{4C421F3A-E145-4670-9D9B-6A669DCE1722}" srcOrd="2" destOrd="0" presId="urn:microsoft.com/office/officeart/2018/5/layout/IconCircleLabelList"/>
    <dgm:cxn modelId="{23194576-DC54-4D5F-8C93-A1CE7619CDAB}" type="presParOf" srcId="{C4673877-825B-4918-85C6-23E73DA68D95}" destId="{1DF5BC38-2A30-4754-B491-B3CCE110A82D}" srcOrd="3" destOrd="0" presId="urn:microsoft.com/office/officeart/2018/5/layout/IconCircleLabelList"/>
    <dgm:cxn modelId="{C1D1EBA1-1360-462E-9621-42B36765375E}" type="presParOf" srcId="{4DC1645D-F362-4E47-876B-B4057471BDD3}" destId="{4093B69F-B97E-41A0-89CF-7DE63EAFEC2C}" srcOrd="1" destOrd="0" presId="urn:microsoft.com/office/officeart/2018/5/layout/IconCircleLabelList"/>
    <dgm:cxn modelId="{6D55BD60-F458-4A59-ACED-D2F81F046CC9}" type="presParOf" srcId="{4DC1645D-F362-4E47-876B-B4057471BDD3}" destId="{1553833F-BC9C-44A3-B922-731A3B67DCDE}" srcOrd="2" destOrd="0" presId="urn:microsoft.com/office/officeart/2018/5/layout/IconCircleLabelList"/>
    <dgm:cxn modelId="{0652B6CB-D696-438F-85C1-2D0D64AD29F4}" type="presParOf" srcId="{1553833F-BC9C-44A3-B922-731A3B67DCDE}" destId="{FDD78EB7-AF28-4A6A-87FF-8CFDD72F02C0}" srcOrd="0" destOrd="0" presId="urn:microsoft.com/office/officeart/2018/5/layout/IconCircleLabelList"/>
    <dgm:cxn modelId="{E349BB25-9EA5-4E0A-BDDE-1429AE775957}" type="presParOf" srcId="{1553833F-BC9C-44A3-B922-731A3B67DCDE}" destId="{8B9D84ED-9AAA-4FAB-B9D6-1AAEB9EEE2A9}" srcOrd="1" destOrd="0" presId="urn:microsoft.com/office/officeart/2018/5/layout/IconCircleLabelList"/>
    <dgm:cxn modelId="{2788A9CE-6DC5-42FB-815E-FBEF0D29AB7D}" type="presParOf" srcId="{1553833F-BC9C-44A3-B922-731A3B67DCDE}" destId="{51BE02E1-AABF-442B-95E5-2B3BDB152DB9}" srcOrd="2" destOrd="0" presId="urn:microsoft.com/office/officeart/2018/5/layout/IconCircleLabelList"/>
    <dgm:cxn modelId="{7C166DBF-6D3E-447A-A25D-83DFB92B32D3}" type="presParOf" srcId="{1553833F-BC9C-44A3-B922-731A3B67DCDE}" destId="{67BD2A57-A697-4310-BB97-64B82AA5EF2E}" srcOrd="3" destOrd="0" presId="urn:microsoft.com/office/officeart/2018/5/layout/IconCircleLabelList"/>
    <dgm:cxn modelId="{B93AAFE0-5E20-4E63-A25A-3F1642F9127E}" type="presParOf" srcId="{4DC1645D-F362-4E47-876B-B4057471BDD3}" destId="{1F7DD76B-FA6F-40EE-AAB2-6215847BE751}" srcOrd="3" destOrd="0" presId="urn:microsoft.com/office/officeart/2018/5/layout/IconCircleLabelList"/>
    <dgm:cxn modelId="{D24ED25B-E38E-4B48-BF57-A2A3A99F9355}" type="presParOf" srcId="{4DC1645D-F362-4E47-876B-B4057471BDD3}" destId="{107461D2-FF3B-4395-8298-E200F7F95AA4}" srcOrd="4" destOrd="0" presId="urn:microsoft.com/office/officeart/2018/5/layout/IconCircleLabelList"/>
    <dgm:cxn modelId="{9E7A0E20-F11F-4002-A11C-8F4131867F84}" type="presParOf" srcId="{107461D2-FF3B-4395-8298-E200F7F95AA4}" destId="{373B5186-42C5-4553-8A86-05EFDF086350}" srcOrd="0" destOrd="0" presId="urn:microsoft.com/office/officeart/2018/5/layout/IconCircleLabelList"/>
    <dgm:cxn modelId="{111F31D4-CFEE-465B-997C-372345C922B7}" type="presParOf" srcId="{107461D2-FF3B-4395-8298-E200F7F95AA4}" destId="{C47912D9-FA56-4F68-AA26-86E755C321BB}" srcOrd="1" destOrd="0" presId="urn:microsoft.com/office/officeart/2018/5/layout/IconCircleLabelList"/>
    <dgm:cxn modelId="{C78C64A1-1B50-47A6-8900-18E263BB04AA}" type="presParOf" srcId="{107461D2-FF3B-4395-8298-E200F7F95AA4}" destId="{7ECC289C-3FA0-4809-9227-D5840146CF97}" srcOrd="2" destOrd="0" presId="urn:microsoft.com/office/officeart/2018/5/layout/IconCircleLabelList"/>
    <dgm:cxn modelId="{9D35691A-66E1-48B9-8C9B-265D2C13DEE6}" type="presParOf" srcId="{107461D2-FF3B-4395-8298-E200F7F95AA4}" destId="{77351B07-BE74-4263-83CC-9584FA3CD43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A00AB-1609-4071-849E-33E68C6E058D}">
      <dsp:nvSpPr>
        <dsp:cNvPr id="0" name=""/>
        <dsp:cNvSpPr/>
      </dsp:nvSpPr>
      <dsp:spPr>
        <a:xfrm>
          <a:off x="0" y="717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D5C19-DA02-4BA8-9F61-57C16AB22F73}">
      <dsp:nvSpPr>
        <dsp:cNvPr id="0" name=""/>
        <dsp:cNvSpPr/>
      </dsp:nvSpPr>
      <dsp:spPr>
        <a:xfrm>
          <a:off x="182349" y="136349"/>
          <a:ext cx="331544" cy="33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4ACE9-B1E9-4FD5-BF23-769C93376400}">
      <dsp:nvSpPr>
        <dsp:cNvPr id="0" name=""/>
        <dsp:cNvSpPr/>
      </dsp:nvSpPr>
      <dsp:spPr>
        <a:xfrm>
          <a:off x="696242" y="717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Lexical Analysis</a:t>
          </a:r>
        </a:p>
      </dsp:txBody>
      <dsp:txXfrm>
        <a:off x="696242" y="717"/>
        <a:ext cx="4029958" cy="602807"/>
      </dsp:txXfrm>
    </dsp:sp>
    <dsp:sp modelId="{BC85E901-93F8-4635-B953-CFD63B0F57E6}">
      <dsp:nvSpPr>
        <dsp:cNvPr id="0" name=""/>
        <dsp:cNvSpPr/>
      </dsp:nvSpPr>
      <dsp:spPr>
        <a:xfrm>
          <a:off x="0" y="754227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D04B0-C949-4659-AB48-AA9469C36C91}">
      <dsp:nvSpPr>
        <dsp:cNvPr id="0" name=""/>
        <dsp:cNvSpPr/>
      </dsp:nvSpPr>
      <dsp:spPr>
        <a:xfrm>
          <a:off x="182349" y="889858"/>
          <a:ext cx="331544" cy="33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12B20-0ED6-49AD-90B0-B0D922C9B18B}">
      <dsp:nvSpPr>
        <dsp:cNvPr id="0" name=""/>
        <dsp:cNvSpPr/>
      </dsp:nvSpPr>
      <dsp:spPr>
        <a:xfrm>
          <a:off x="696242" y="754227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Syntax Analysis</a:t>
          </a:r>
        </a:p>
      </dsp:txBody>
      <dsp:txXfrm>
        <a:off x="696242" y="754227"/>
        <a:ext cx="4029958" cy="602807"/>
      </dsp:txXfrm>
    </dsp:sp>
    <dsp:sp modelId="{F970715A-8476-45A8-9FD9-58EEB034385D}">
      <dsp:nvSpPr>
        <dsp:cNvPr id="0" name=""/>
        <dsp:cNvSpPr/>
      </dsp:nvSpPr>
      <dsp:spPr>
        <a:xfrm>
          <a:off x="0" y="1507736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27274-3B99-49D9-A35C-8829F5370939}">
      <dsp:nvSpPr>
        <dsp:cNvPr id="0" name=""/>
        <dsp:cNvSpPr/>
      </dsp:nvSpPr>
      <dsp:spPr>
        <a:xfrm>
          <a:off x="182349" y="1643368"/>
          <a:ext cx="331544" cy="33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EBF4A-A112-4D8B-83B9-CFF59BC63CC4}">
      <dsp:nvSpPr>
        <dsp:cNvPr id="0" name=""/>
        <dsp:cNvSpPr/>
      </dsp:nvSpPr>
      <dsp:spPr>
        <a:xfrm>
          <a:off x="696242" y="1507736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Semantic Analysis</a:t>
          </a:r>
        </a:p>
      </dsp:txBody>
      <dsp:txXfrm>
        <a:off x="696242" y="1507736"/>
        <a:ext cx="4029958" cy="602807"/>
      </dsp:txXfrm>
    </dsp:sp>
    <dsp:sp modelId="{60ED93A7-902E-4D77-951D-C9662406774D}">
      <dsp:nvSpPr>
        <dsp:cNvPr id="0" name=""/>
        <dsp:cNvSpPr/>
      </dsp:nvSpPr>
      <dsp:spPr>
        <a:xfrm>
          <a:off x="0" y="2261245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0A2E8F-6E5D-425A-A979-068BC6AD399E}">
      <dsp:nvSpPr>
        <dsp:cNvPr id="0" name=""/>
        <dsp:cNvSpPr/>
      </dsp:nvSpPr>
      <dsp:spPr>
        <a:xfrm>
          <a:off x="182349" y="2396877"/>
          <a:ext cx="331544" cy="331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D54B0-D79A-498D-84AE-1DF9A452124A}">
      <dsp:nvSpPr>
        <dsp:cNvPr id="0" name=""/>
        <dsp:cNvSpPr/>
      </dsp:nvSpPr>
      <dsp:spPr>
        <a:xfrm>
          <a:off x="696242" y="2261245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Intermediate Code Generation</a:t>
          </a:r>
        </a:p>
      </dsp:txBody>
      <dsp:txXfrm>
        <a:off x="696242" y="2261245"/>
        <a:ext cx="4029958" cy="602807"/>
      </dsp:txXfrm>
    </dsp:sp>
    <dsp:sp modelId="{FCA23572-7F29-4E5B-8DA7-485905BC75A6}">
      <dsp:nvSpPr>
        <dsp:cNvPr id="0" name=""/>
        <dsp:cNvSpPr/>
      </dsp:nvSpPr>
      <dsp:spPr>
        <a:xfrm>
          <a:off x="0" y="3014755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4166D6-95E6-49A9-97C2-884E554A50DB}">
      <dsp:nvSpPr>
        <dsp:cNvPr id="0" name=""/>
        <dsp:cNvSpPr/>
      </dsp:nvSpPr>
      <dsp:spPr>
        <a:xfrm>
          <a:off x="182349" y="3150387"/>
          <a:ext cx="331544" cy="331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6F1B2-BED9-42CE-B78B-EC4F0CF816A9}">
      <dsp:nvSpPr>
        <dsp:cNvPr id="0" name=""/>
        <dsp:cNvSpPr/>
      </dsp:nvSpPr>
      <dsp:spPr>
        <a:xfrm>
          <a:off x="696242" y="3014755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Code Optimization</a:t>
          </a:r>
        </a:p>
      </dsp:txBody>
      <dsp:txXfrm>
        <a:off x="696242" y="3014755"/>
        <a:ext cx="4029958" cy="602807"/>
      </dsp:txXfrm>
    </dsp:sp>
    <dsp:sp modelId="{F8DDB801-2807-4AED-90D6-9D547F4A56A7}">
      <dsp:nvSpPr>
        <dsp:cNvPr id="0" name=""/>
        <dsp:cNvSpPr/>
      </dsp:nvSpPr>
      <dsp:spPr>
        <a:xfrm>
          <a:off x="0" y="3768264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D71F0-2A7A-46F5-9083-1B014E5939AE}">
      <dsp:nvSpPr>
        <dsp:cNvPr id="0" name=""/>
        <dsp:cNvSpPr/>
      </dsp:nvSpPr>
      <dsp:spPr>
        <a:xfrm>
          <a:off x="182349" y="3903896"/>
          <a:ext cx="331544" cy="3315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7678B-A426-445F-A2B0-0F1A61810D7A}">
      <dsp:nvSpPr>
        <dsp:cNvPr id="0" name=""/>
        <dsp:cNvSpPr/>
      </dsp:nvSpPr>
      <dsp:spPr>
        <a:xfrm>
          <a:off x="696242" y="3768264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 Code Generation</a:t>
          </a:r>
        </a:p>
      </dsp:txBody>
      <dsp:txXfrm>
        <a:off x="696242" y="3768264"/>
        <a:ext cx="4029958" cy="602807"/>
      </dsp:txXfrm>
    </dsp:sp>
    <dsp:sp modelId="{220A7D94-D8A5-44A6-99A0-A12C9120D25E}">
      <dsp:nvSpPr>
        <dsp:cNvPr id="0" name=""/>
        <dsp:cNvSpPr/>
      </dsp:nvSpPr>
      <dsp:spPr>
        <a:xfrm>
          <a:off x="0" y="4521774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E2CBF-B61A-41AA-831A-34B9215A17C2}">
      <dsp:nvSpPr>
        <dsp:cNvPr id="0" name=""/>
        <dsp:cNvSpPr/>
      </dsp:nvSpPr>
      <dsp:spPr>
        <a:xfrm>
          <a:off x="182349" y="4657406"/>
          <a:ext cx="331544" cy="3315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79701-06F7-4C01-830C-128C17A68EEF}">
      <dsp:nvSpPr>
        <dsp:cNvPr id="0" name=""/>
        <dsp:cNvSpPr/>
      </dsp:nvSpPr>
      <dsp:spPr>
        <a:xfrm>
          <a:off x="696242" y="4521774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7. Linking and Assembly</a:t>
          </a:r>
        </a:p>
      </dsp:txBody>
      <dsp:txXfrm>
        <a:off x="696242" y="4521774"/>
        <a:ext cx="4029958" cy="602807"/>
      </dsp:txXfrm>
    </dsp:sp>
    <dsp:sp modelId="{1974A60F-80AA-4940-9E51-7C182314D190}">
      <dsp:nvSpPr>
        <dsp:cNvPr id="0" name=""/>
        <dsp:cNvSpPr/>
      </dsp:nvSpPr>
      <dsp:spPr>
        <a:xfrm>
          <a:off x="0" y="5275283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8C1E57-DA2F-4F62-8020-C0DB9F44EA5E}">
      <dsp:nvSpPr>
        <dsp:cNvPr id="0" name=""/>
        <dsp:cNvSpPr/>
      </dsp:nvSpPr>
      <dsp:spPr>
        <a:xfrm>
          <a:off x="182349" y="5410915"/>
          <a:ext cx="331544" cy="33154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90315-131F-4B30-A372-E4405CFCA773}">
      <dsp:nvSpPr>
        <dsp:cNvPr id="0" name=""/>
        <dsp:cNvSpPr/>
      </dsp:nvSpPr>
      <dsp:spPr>
        <a:xfrm>
          <a:off x="696242" y="5275283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8. Error Handling</a:t>
          </a:r>
        </a:p>
      </dsp:txBody>
      <dsp:txXfrm>
        <a:off x="696242" y="5275283"/>
        <a:ext cx="4029958" cy="6028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64FC0-F240-4A0A-9119-84A1E4C7566E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Input:</a:t>
          </a:r>
        </a:p>
      </dsp:txBody>
      <dsp:txXfrm>
        <a:off x="0" y="573683"/>
        <a:ext cx="2464593" cy="1478756"/>
      </dsp:txXfrm>
    </dsp:sp>
    <dsp:sp modelId="{1C58B571-BF31-4D9D-8331-DCB3CDF9F0EF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 a;</a:t>
          </a:r>
        </a:p>
      </dsp:txBody>
      <dsp:txXfrm>
        <a:off x="2711053" y="573683"/>
        <a:ext cx="2464593" cy="1478756"/>
      </dsp:txXfrm>
    </dsp:sp>
    <dsp:sp modelId="{8C2779BC-373F-4560-914B-34E8383FDA52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= 5 + 3;</a:t>
          </a:r>
        </a:p>
      </dsp:txBody>
      <dsp:txXfrm>
        <a:off x="5422106" y="573683"/>
        <a:ext cx="2464593" cy="1478756"/>
      </dsp:txXfrm>
    </dsp:sp>
    <dsp:sp modelId="{79CA7B51-B20F-4FC6-A2AB-1968467FD707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Purpose:</a:t>
          </a:r>
        </a:p>
      </dsp:txBody>
      <dsp:txXfrm>
        <a:off x="0" y="2298898"/>
        <a:ext cx="2464593" cy="1478756"/>
      </dsp:txXfrm>
    </dsp:sp>
    <dsp:sp modelId="{E039FA12-ABC0-49E2-800E-735FED0E0BB9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Convert source code into tokens</a:t>
          </a:r>
        </a:p>
      </dsp:txBody>
      <dsp:txXfrm>
        <a:off x="2711053" y="2298898"/>
        <a:ext cx="2464593" cy="1478756"/>
      </dsp:txXfrm>
    </dsp:sp>
    <dsp:sp modelId="{2B9D3D1D-2AB6-4AC9-A6FE-C63BBA674C0F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Remove unnecessary characters like spaces and comments</a:t>
          </a:r>
        </a:p>
      </dsp:txBody>
      <dsp:txXfrm>
        <a:off x="5422106" y="2298898"/>
        <a:ext cx="2464593" cy="14787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F5643-9086-42D5-9A8A-886750A3C88A}">
      <dsp:nvSpPr>
        <dsp:cNvPr id="0" name=""/>
        <dsp:cNvSpPr/>
      </dsp:nvSpPr>
      <dsp:spPr>
        <a:xfrm>
          <a:off x="468272" y="3745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int → KEYWORD</a:t>
          </a:r>
        </a:p>
      </dsp:txBody>
      <dsp:txXfrm>
        <a:off x="468272" y="3745"/>
        <a:ext cx="2171923" cy="1303153"/>
      </dsp:txXfrm>
    </dsp:sp>
    <dsp:sp modelId="{59D984B6-98A3-491B-BB39-6A5613AFDD11}">
      <dsp:nvSpPr>
        <dsp:cNvPr id="0" name=""/>
        <dsp:cNvSpPr/>
      </dsp:nvSpPr>
      <dsp:spPr>
        <a:xfrm>
          <a:off x="2857388" y="3745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585190"/>
                <a:satOff val="-730"/>
                <a:lumOff val="1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85190"/>
                <a:satOff val="-730"/>
                <a:lumOff val="1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 → IDENTIFIER</a:t>
          </a:r>
        </a:p>
      </dsp:txBody>
      <dsp:txXfrm>
        <a:off x="2857388" y="3745"/>
        <a:ext cx="2171923" cy="1303153"/>
      </dsp:txXfrm>
    </dsp:sp>
    <dsp:sp modelId="{6C1B23D6-642E-4FE8-87DF-6681B28D7209}">
      <dsp:nvSpPr>
        <dsp:cNvPr id="0" name=""/>
        <dsp:cNvSpPr/>
      </dsp:nvSpPr>
      <dsp:spPr>
        <a:xfrm>
          <a:off x="5246503" y="3745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; → SYMBOL</a:t>
          </a:r>
        </a:p>
      </dsp:txBody>
      <dsp:txXfrm>
        <a:off x="5246503" y="3745"/>
        <a:ext cx="2171923" cy="1303153"/>
      </dsp:txXfrm>
    </dsp:sp>
    <dsp:sp modelId="{859D5B05-2720-48AC-A1AA-AA6E8C5E556F}">
      <dsp:nvSpPr>
        <dsp:cNvPr id="0" name=""/>
        <dsp:cNvSpPr/>
      </dsp:nvSpPr>
      <dsp:spPr>
        <a:xfrm>
          <a:off x="468272" y="1524092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1755570"/>
                <a:satOff val="-2190"/>
                <a:lumOff val="5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755570"/>
                <a:satOff val="-2190"/>
                <a:lumOff val="5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 → IDENTIFIER</a:t>
          </a:r>
        </a:p>
      </dsp:txBody>
      <dsp:txXfrm>
        <a:off x="468272" y="1524092"/>
        <a:ext cx="2171923" cy="1303153"/>
      </dsp:txXfrm>
    </dsp:sp>
    <dsp:sp modelId="{D933ABCC-FC01-4E48-AD39-3A5B2E0340A9}">
      <dsp:nvSpPr>
        <dsp:cNvPr id="0" name=""/>
        <dsp:cNvSpPr/>
      </dsp:nvSpPr>
      <dsp:spPr>
        <a:xfrm>
          <a:off x="2857388" y="1524092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= → OPERATOR</a:t>
          </a:r>
        </a:p>
      </dsp:txBody>
      <dsp:txXfrm>
        <a:off x="2857388" y="1524092"/>
        <a:ext cx="2171923" cy="1303153"/>
      </dsp:txXfrm>
    </dsp:sp>
    <dsp:sp modelId="{2640A10E-E76D-43B7-997C-952A223AA4A2}">
      <dsp:nvSpPr>
        <dsp:cNvPr id="0" name=""/>
        <dsp:cNvSpPr/>
      </dsp:nvSpPr>
      <dsp:spPr>
        <a:xfrm>
          <a:off x="5246503" y="1524092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2925949"/>
                <a:satOff val="-3649"/>
                <a:lumOff val="8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925949"/>
                <a:satOff val="-3649"/>
                <a:lumOff val="8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5 → NUMBER</a:t>
          </a:r>
        </a:p>
      </dsp:txBody>
      <dsp:txXfrm>
        <a:off x="5246503" y="1524092"/>
        <a:ext cx="2171923" cy="1303153"/>
      </dsp:txXfrm>
    </dsp:sp>
    <dsp:sp modelId="{45702257-A57D-43D5-8902-DCFFBBC95B83}">
      <dsp:nvSpPr>
        <dsp:cNvPr id="0" name=""/>
        <dsp:cNvSpPr/>
      </dsp:nvSpPr>
      <dsp:spPr>
        <a:xfrm>
          <a:off x="468272" y="3044438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+ → OPERATOR</a:t>
          </a:r>
        </a:p>
      </dsp:txBody>
      <dsp:txXfrm>
        <a:off x="468272" y="3044438"/>
        <a:ext cx="2171923" cy="1303153"/>
      </dsp:txXfrm>
    </dsp:sp>
    <dsp:sp modelId="{F39AA4B1-0293-4C29-9CCE-83082EF9B3C0}">
      <dsp:nvSpPr>
        <dsp:cNvPr id="0" name=""/>
        <dsp:cNvSpPr/>
      </dsp:nvSpPr>
      <dsp:spPr>
        <a:xfrm>
          <a:off x="2857388" y="3044438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4096329"/>
                <a:satOff val="-5109"/>
                <a:lumOff val="12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096329"/>
                <a:satOff val="-5109"/>
                <a:lumOff val="12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3 → NUMBER</a:t>
          </a:r>
        </a:p>
      </dsp:txBody>
      <dsp:txXfrm>
        <a:off x="2857388" y="3044438"/>
        <a:ext cx="2171923" cy="1303153"/>
      </dsp:txXfrm>
    </dsp:sp>
    <dsp:sp modelId="{07D272B1-B819-4947-875B-5C14168BE242}">
      <dsp:nvSpPr>
        <dsp:cNvPr id="0" name=""/>
        <dsp:cNvSpPr/>
      </dsp:nvSpPr>
      <dsp:spPr>
        <a:xfrm>
          <a:off x="5246503" y="3044438"/>
          <a:ext cx="2171923" cy="130315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; → SYMBOL</a:t>
          </a:r>
        </a:p>
      </dsp:txBody>
      <dsp:txXfrm>
        <a:off x="5246503" y="3044438"/>
        <a:ext cx="2171923" cy="13031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CC649-270A-4B0D-9962-EB45ECFA63DE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Checks:</a:t>
          </a:r>
        </a:p>
      </dsp:txBody>
      <dsp:txXfrm>
        <a:off x="2574876" y="53310"/>
        <a:ext cx="2736946" cy="945199"/>
      </dsp:txXfrm>
    </dsp:sp>
    <dsp:sp modelId="{AC409A64-069F-4D3C-A1F4-F81FC163E195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Variable declared</a:t>
          </a:r>
        </a:p>
      </dsp:txBody>
      <dsp:txXfrm>
        <a:off x="2574876" y="1153149"/>
        <a:ext cx="2736946" cy="945199"/>
      </dsp:txXfrm>
    </dsp:sp>
    <dsp:sp modelId="{B6A1F43C-CD77-47AB-881F-A7552AF9BF23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Type compatibility</a:t>
          </a:r>
        </a:p>
      </dsp:txBody>
      <dsp:txXfrm>
        <a:off x="2574876" y="2252988"/>
        <a:ext cx="2736946" cy="945199"/>
      </dsp:txXfrm>
    </dsp:sp>
    <dsp:sp modelId="{E2D2CB27-69BE-4AA8-B411-6509874C8679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Valid operations</a:t>
          </a:r>
        </a:p>
      </dsp:txBody>
      <dsp:txXfrm>
        <a:off x="2574876" y="3352827"/>
        <a:ext cx="2736946" cy="945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8DD5-6982-4FBF-B8A3-84D9911A965F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Purpose:</a:t>
          </a:r>
          <a:endParaRPr lang="en-US" sz="2600" kern="1200" dirty="0">
            <a:latin typeface="Calibri"/>
          </a:endParaRPr>
        </a:p>
      </dsp:txBody>
      <dsp:txXfrm>
        <a:off x="2574876" y="53310"/>
        <a:ext cx="2736946" cy="945199"/>
      </dsp:txXfrm>
    </dsp:sp>
    <dsp:sp modelId="{D65A8102-5B52-4984-88EC-E7D7CC7DB7BD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Machine-independent code</a:t>
          </a:r>
        </a:p>
      </dsp:txBody>
      <dsp:txXfrm>
        <a:off x="2574876" y="1153149"/>
        <a:ext cx="2736946" cy="945199"/>
      </dsp:txXfrm>
    </dsp:sp>
    <dsp:sp modelId="{9BAD8507-3828-4315-9EB8-91397B07F837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Output:</a:t>
          </a:r>
        </a:p>
      </dsp:txBody>
      <dsp:txXfrm>
        <a:off x="2574876" y="2252988"/>
        <a:ext cx="2736946" cy="945199"/>
      </dsp:txXfrm>
    </dsp:sp>
    <dsp:sp modelId="{9C485F67-DA20-4087-BAA3-1F22BA0393C4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Calibri"/>
            </a:rPr>
            <a:t> </a:t>
          </a:r>
          <a:r>
            <a:rPr lang="en-US" sz="2600" kern="1200" dirty="0"/>
            <a:t>Intermediate Representation</a:t>
          </a:r>
        </a:p>
      </dsp:txBody>
      <dsp:txXfrm>
        <a:off x="2574876" y="3352827"/>
        <a:ext cx="2736946" cy="9451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18809C-F95C-4E50-8FC0-B2C0353BA5CF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Before Optimization:</a:t>
          </a:r>
        </a:p>
      </dsp:txBody>
      <dsp:txXfrm>
        <a:off x="83502" y="120811"/>
        <a:ext cx="4833120" cy="1543536"/>
      </dsp:txXfrm>
    </dsp:sp>
    <dsp:sp modelId="{60B6640F-71EF-43EE-8BC0-D5202945CFB8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t1 = 5 + 3</a:t>
          </a:r>
        </a:p>
      </dsp:txBody>
      <dsp:txXfrm>
        <a:off x="83502" y="1955191"/>
        <a:ext cx="4833120" cy="1543536"/>
      </dsp:txXfrm>
    </dsp:sp>
    <dsp:sp modelId="{FE8F884A-563E-4BF7-A243-56EF74502F78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 = t1</a:t>
          </a:r>
        </a:p>
      </dsp:txBody>
      <dsp:txXfrm>
        <a:off x="83502" y="3789571"/>
        <a:ext cx="4833120" cy="15435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020E2-14BC-49CC-A778-AAB69E927ACD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1D747-ED4C-42DE-9715-9A95F604B5E6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After Constant Folding:</a:t>
          </a:r>
        </a:p>
      </dsp:txBody>
      <dsp:txXfrm>
        <a:off x="433546" y="784100"/>
        <a:ext cx="3211056" cy="1993740"/>
      </dsp:txXfrm>
    </dsp:sp>
    <dsp:sp modelId="{71892CFB-618B-4942-B61B-1DB2C805B840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3458E-7FBF-44EE-A1E9-F9A59A29D05B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 = 8</a:t>
          </a:r>
        </a:p>
      </dsp:txBody>
      <dsp:txXfrm>
        <a:off x="4509795" y="784100"/>
        <a:ext cx="3211056" cy="1993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13DA3-43BF-47AD-BE5B-EDD8FECADD97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D42CD-8791-4956-A577-34FB1CA292D4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B92BB-6D89-497A-AFCF-A1197E35ECBE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Purpose:</a:t>
          </a:r>
        </a:p>
      </dsp:txBody>
      <dsp:txXfrm>
        <a:off x="182935" y="3176402"/>
        <a:ext cx="3600000" cy="720000"/>
      </dsp:txXfrm>
    </dsp:sp>
    <dsp:sp modelId="{30C8C5C2-54C1-4DD9-B320-0E9C2152E648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1C790-EE78-4ECC-9D7E-F11AE89D113A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C7BC4-A8A2-4AED-8819-936CEA25CD1C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Convert optimized code to machine code</a:t>
          </a:r>
        </a:p>
      </dsp:txBody>
      <dsp:txXfrm>
        <a:off x="4412935" y="3176402"/>
        <a:ext cx="36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A76F7-23AC-4A27-B8D8-BEF5D7C75F6F}">
      <dsp:nvSpPr>
        <dsp:cNvPr id="0" name=""/>
        <dsp:cNvSpPr/>
      </dsp:nvSpPr>
      <dsp:spPr>
        <a:xfrm>
          <a:off x="0" y="1074334"/>
          <a:ext cx="5000124" cy="155902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MOV R1, #8</a:t>
          </a:r>
        </a:p>
      </dsp:txBody>
      <dsp:txXfrm>
        <a:off x="76105" y="1150439"/>
        <a:ext cx="4847914" cy="1406815"/>
      </dsp:txXfrm>
    </dsp:sp>
    <dsp:sp modelId="{71346E09-28A9-4494-A270-992B675E8DF6}">
      <dsp:nvSpPr>
        <dsp:cNvPr id="0" name=""/>
        <dsp:cNvSpPr/>
      </dsp:nvSpPr>
      <dsp:spPr>
        <a:xfrm>
          <a:off x="0" y="2820560"/>
          <a:ext cx="5000124" cy="155902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MOV a, R1</a:t>
          </a:r>
        </a:p>
      </dsp:txBody>
      <dsp:txXfrm>
        <a:off x="76105" y="2896665"/>
        <a:ext cx="4847914" cy="14068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58684-0853-470B-8F36-CD10AD41341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E8BD8-64B7-4D8B-B611-C1FA6BA97523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56596-B285-4949-BA48-8CE1CC780559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Combine libraries</a:t>
          </a:r>
        </a:p>
      </dsp:txBody>
      <dsp:txXfrm>
        <a:off x="25435" y="2456402"/>
        <a:ext cx="1800000" cy="720000"/>
      </dsp:txXfrm>
    </dsp:sp>
    <dsp:sp modelId="{DFCDE6BA-0E93-4C54-9926-C97686DA3564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A3F81-307A-40CA-BD83-5F421F51EC74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B7119-72C7-4D17-83FD-037B8C0C6D25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Generate executable</a:t>
          </a:r>
        </a:p>
      </dsp:txBody>
      <dsp:txXfrm>
        <a:off x="2140435" y="2456402"/>
        <a:ext cx="1800000" cy="720000"/>
      </dsp:txXfrm>
    </dsp:sp>
    <dsp:sp modelId="{C09EBAE2-B93F-451F-9C99-DA1914884FBD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6FBA7-CF61-4813-A29B-B244453E0F6D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88500-49B9-4417-BFBE-D2B40BEBCD0D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Output:</a:t>
          </a:r>
        </a:p>
      </dsp:txBody>
      <dsp:txXfrm>
        <a:off x="4255435" y="2456402"/>
        <a:ext cx="1800000" cy="720000"/>
      </dsp:txXfrm>
    </dsp:sp>
    <dsp:sp modelId="{3014591A-BD15-49CA-8F7B-4787B6E4C23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12B31-E334-4E69-A2E5-0AC895A85C9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89E09-A677-40E1-BE3F-C64B68ABAFFE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a.out / program.exe</a:t>
          </a:r>
        </a:p>
      </dsp:txBody>
      <dsp:txXfrm>
        <a:off x="6370435" y="245640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230BD-AFD8-401B-8542-A1995CC6ADF2}">
      <dsp:nvSpPr>
        <dsp:cNvPr id="0" name=""/>
        <dsp:cNvSpPr/>
      </dsp:nvSpPr>
      <dsp:spPr>
        <a:xfrm>
          <a:off x="1137723" y="2283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Lexical: @a = 5;</a:t>
          </a:r>
        </a:p>
      </dsp:txBody>
      <dsp:txXfrm>
        <a:off x="1137723" y="2283"/>
        <a:ext cx="2724676" cy="1634806"/>
      </dsp:txXfrm>
    </dsp:sp>
    <dsp:sp modelId="{86CFC560-1534-409F-ACD5-23A982812AE1}">
      <dsp:nvSpPr>
        <dsp:cNvPr id="0" name=""/>
        <dsp:cNvSpPr/>
      </dsp:nvSpPr>
      <dsp:spPr>
        <a:xfrm>
          <a:off x="1137723" y="1909556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Syntax: a = + 5;</a:t>
          </a:r>
        </a:p>
      </dsp:txBody>
      <dsp:txXfrm>
        <a:off x="1137723" y="1909556"/>
        <a:ext cx="2724676" cy="1634806"/>
      </dsp:txXfrm>
    </dsp:sp>
    <dsp:sp modelId="{6BA256A7-CBA3-40E2-AAB2-2E4B895BF2A1}">
      <dsp:nvSpPr>
        <dsp:cNvPr id="0" name=""/>
        <dsp:cNvSpPr/>
      </dsp:nvSpPr>
      <dsp:spPr>
        <a:xfrm>
          <a:off x="1137723" y="3816830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Semantic: int a; a = 3.5;</a:t>
          </a:r>
        </a:p>
      </dsp:txBody>
      <dsp:txXfrm>
        <a:off x="1137723" y="3816830"/>
        <a:ext cx="2724676" cy="163480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CB965-556C-4844-B950-7FD3EC826896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1EAD3-59BF-45CC-A679-76B0D2734381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5BC38-2A30-4754-B491-B3CCE110A82D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Compiler works in phases</a:t>
          </a:r>
        </a:p>
      </dsp:txBody>
      <dsp:txXfrm>
        <a:off x="46529" y="2703902"/>
        <a:ext cx="2418750" cy="720000"/>
      </dsp:txXfrm>
    </dsp:sp>
    <dsp:sp modelId="{FDD78EB7-AF28-4A6A-87FF-8CFDD72F02C0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D84ED-9AAA-4FAB-B9D6-1AAEB9EEE2A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D2A57-A697-4310-BB97-64B82AA5EF2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Each phase transforms code</a:t>
          </a:r>
        </a:p>
      </dsp:txBody>
      <dsp:txXfrm>
        <a:off x="2888560" y="2703902"/>
        <a:ext cx="2418750" cy="720000"/>
      </dsp:txXfrm>
    </dsp:sp>
    <dsp:sp modelId="{373B5186-42C5-4553-8A86-05EFDF086350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912D9-FA56-4F68-AA26-86E755C321BB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51B07-BE74-4263-83CC-9584FA3CD431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Efficient executable is generated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8755 5723 16383 0 0,'-5'-6'0'0'0,"-3"-7"0"0"0,18-2 0 0 0,13 1 0 0 0,26 4 0 0 0,22 3 0 0 0,22 3 0 0 0,1 2 0 0 0,-10 2 0 0 0,5 0 0 0 0,3 1 0 0 0,5-1 0 0 0,-9 1 0 0 0,-13-1 0 0 0,-15 1 0 0 0,2-1 0 0 0,-6 0 0 0 0,-5 0 0 0 0,-1 0 0 0 0,16 0 0 0 0,1 0 0 0 0,13 0 0 0 0,-2 0 0 0 0,-7 0 0 0 0,6 0 0 0 0,8 0 0 0 0,-4 0 0 0 0,1 0 0 0 0,-8 0 0 0 0,-10 0 0 0 0,-11 0 0 0 0,4 0 0 0 0,-2 0 0 0 0,-6 0 0 0 0,-4 0 0 0 0,7 0 0 0 0,1 0 0 0 0,-3 0 0 0 0,13 0 0 0 0,8 0 0 0 0,-3 0 0 0 0,-7 0 0 0 0,-2 0 0 0 0,1 0 0 0 0,-5 0 0 0 0,-5 0 0 0 0,5 0 0 0 0,1 0 0 0 0,1 0 0 0 0,9 0 0 0 0,-2 0 0 0 0,-5 0 0 0 0,5 0 0 0 0,-3 0 0 0 0,-7 0 0 0 0,1 0 0 0 0,-5 0 0 0 0,2 0 0 0 0,-3 0 0 0 0,2 0 0 0 0,-1 0 0 0 0,1 0 0 0 0,5 0 0 0 0,-2 0 0 0 0,-10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11188 6005 16383 0 0,'-6'0'0'0'0,"-25"-12"0"0"0,-19-9 0 0 0,-7-7 0 0 0,1-5 0 0 0,-8-14 0 0 0,8-5 0 0 0,6 1 0 0 0,7-9 0 0 0,4 1 0 0 0,-2 4 0 0 0,0 11 0 0 0,1 8 0 0 0,1 10 0 0 0,2-3 0 0 0,7-7 0 0 0,-3-4 0 0 0,-2-7 0 0 0,0-1 0 0 0,5 8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11274 5618 16383 0 0,'-12'0'0'0'0,"-21"0"0"0"0,-22 0 0 0 0,-8 12 0 0 0,-10 26 0 0 0,1 14 0 0 0,7 3 0 0 0,9-2 0 0 0,-4 7 0 0 0,3 0 0 0 0,-1-5 0 0 0,5-12 0 0 0,-2-1 0 0 0,-2-8 0 0 0,-4 2 0 0 0,10-6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16087 5815 16383 0 0,'5'0'0'0'0,"21"0"0"0"0,16 0 0 0 0,30 0 0 0 0,21 0 0 0 0,17 0 0 0 0,20 0 0 0 0,21 0 0 0 0,33 0 0 0 0,25 0 0 0 0,23 0 0 0 0,8 0 0 0 0,-9 0 0 0 0,-8 0 0 0 0,-19 0 0 0 0,-27 0 0 0 0,-37 0 0 0 0,-20-5 0 0 0,-19-15 0 0 0,-20-2 0 0 0,-18-5 0 0 0,-15 3 0 0 0,-14 6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17180 5265 16383 0 0,'12'6'0'0'0,"9"13"0"0"0,7 16 0 0 0,23 30 0 0 0,7 10 0 0 0,0 10 0 0 0,-3-4 0 0 0,-1 2 0 0 0,3-8 0 0 0,-8 2 0 0 0,-1-8 0 0 0,-3 3 0 0 0,-9-6 0 0 0,6-1 0 0 0,3-2 0 0 0,-1-4 0 0 0,-2-8 0 0 0,-3-5 0 0 0,4-12 0 0 0,1-11 0 0 0,-8-15 0 0 0,-9-9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17969 5716 16383 0 0,'-6'-6'0'0'0,"-19"-1"0"0"0,-11-1 0 0 0,-6 20 0 0 0,5 13 0 0 0,3 8 0 0 0,7 21 0 0 0,2 8 0 0 0,6-1 0 0 0,-6 1 0 0 0,-5-5 0 0 0,-2 12 0 0 0,4 0 0 0 0,-5 5 0 0 0,3-4 0 0 0,7-8 0 0 0,1 3 0 0 0,5-4 0 0 0,-1-7 0 0 0,-3-6 0 0 0,-4 0 0 0 0,2-2 0 0 0,-6-4 0 0 0,-10-2 0 0 0,2-9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8202 4948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8396 5142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8303 4784 16383 0 0,'-11'-11'0'0'0,"-5"-5"0"0"0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8714 4613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03:42:33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10283 8087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6.png"/><Relationship Id="rId1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customXml" Target="../ink/ink6.xml"/><Relationship Id="rId17" Type="http://schemas.openxmlformats.org/officeDocument/2006/relationships/customXml" Target="../ink/ink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10" Type="http://schemas.openxmlformats.org/officeDocument/2006/relationships/customXml" Target="../ink/ink5.xml"/><Relationship Id="rId19" Type="http://schemas.openxmlformats.org/officeDocument/2006/relationships/customXml" Target="../ink/ink10.xml"/><Relationship Id="rId4" Type="http://schemas.openxmlformats.org/officeDocument/2006/relationships/customXml" Target="../ink/ink2.xml"/><Relationship Id="rId9" Type="http://schemas.openxmlformats.org/officeDocument/2006/relationships/image" Target="../media/image24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 dirty="0"/>
              <a:t> Structure of a Compiler</a:t>
            </a:r>
          </a:p>
        </p:txBody>
      </p:sp>
      <p:pic>
        <p:nvPicPr>
          <p:cNvPr id="27" name="Picture 26" descr="Top view of cubes connected with black lines">
            <a:extLst>
              <a:ext uri="{FF2B5EF4-FFF2-40B4-BE49-F238E27FC236}">
                <a16:creationId xmlns:a16="http://schemas.microsoft.com/office/drawing/2014/main" id="{045D77FF-E7BA-0251-3D38-BCD83425A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27" r="23724" b="4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sz="1700"/>
              <a:t>Compiler Design</a:t>
            </a:r>
          </a:p>
          <a:p>
            <a:r>
              <a:rPr sz="1700"/>
              <a:t>Phase-wise Illustration</a:t>
            </a:r>
          </a:p>
          <a:p>
            <a:r>
              <a:rPr sz="1700"/>
              <a:t>Example-based Explanation for B.Tech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Example Program (Input Source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>
                <a:ea typeface="Calibri"/>
                <a:cs typeface="Calibri"/>
              </a:rPr>
              <a:t>Main(){</a:t>
            </a:r>
          </a:p>
          <a:p>
            <a:pPr marL="0" indent="0">
              <a:buNone/>
            </a:pPr>
            <a:r>
              <a:rPr lang="en-US" sz="1700"/>
              <a:t>int a;</a:t>
            </a:r>
            <a:endParaRPr lang="en-US" sz="17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/>
              <a:t>a = 5 + 3;</a:t>
            </a:r>
            <a:endParaRPr lang="en-US" sz="17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>
                <a:ea typeface="Calibri"/>
                <a:cs typeface="Calibri"/>
              </a:rPr>
              <a:t>}</a:t>
            </a:r>
          </a:p>
          <a:p>
            <a:endParaRPr lang="en-US" sz="1700"/>
          </a:p>
          <a:p>
            <a:r>
              <a:rPr lang="en-US" sz="1700"/>
              <a:t>Objective:</a:t>
            </a:r>
            <a:endParaRPr lang="en-US" sz="17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/>
              <a:t>• Understand how a compiler processes this program</a:t>
            </a:r>
            <a:endParaRPr lang="en-US" sz="17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/>
              <a:t>• Observe the transformation at each compilation phase</a:t>
            </a:r>
            <a:endParaRPr lang="en-US" sz="1700">
              <a:ea typeface="Calibri"/>
              <a:cs typeface="Calibri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4630506-C599-E00F-F5B9-33B27C37B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9" r="49080" b="-3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Overview of Compiler Phases 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3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2C074478-F19B-E229-165D-8EAF6D7E6C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09040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B25EFA-4F00-C3BB-4E53-A58B6203D9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386" t="5569" r="8054" b="-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Lexical Analysis (Scanner)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E15D1F-CC06-8B6F-D076-7AC7B6F00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52446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7038FB-D822-2BE3-3C83-6FD075EFAF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2" r="9085" b="-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Lexical Analysis – Output (Tokens)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23E85CF-0184-9BDC-DAC3-547A4E779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23147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Syntax Analysis (Parser)</a:t>
            </a:r>
          </a:p>
        </p:txBody>
      </p:sp>
      <p:graphicFrame>
        <p:nvGraphicFramePr>
          <p:cNvPr id="109" name="Content Placeholder 108">
            <a:extLst>
              <a:ext uri="{FF2B5EF4-FFF2-40B4-BE49-F238E27FC236}">
                <a16:creationId xmlns:a16="http://schemas.microsoft.com/office/drawing/2014/main" id="{2D215BEA-248B-49FE-9656-89EEF7CA7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908742"/>
              </p:ext>
            </p:extLst>
          </p:nvPr>
        </p:nvGraphicFramePr>
        <p:xfrm>
          <a:off x="2753032" y="2396612"/>
          <a:ext cx="3620686" cy="2064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686">
                  <a:extLst>
                    <a:ext uri="{9D8B030D-6E8A-4147-A177-3AD203B41FA5}">
                      <a16:colId xmlns:a16="http://schemas.microsoft.com/office/drawing/2014/main" val="1061766576"/>
                    </a:ext>
                  </a:extLst>
                </a:gridCol>
              </a:tblGrid>
              <a:tr h="206477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200" dirty="0"/>
                        <a:t>Parser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077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607840A-E590-9524-BEE8-0A43B7B38430}"/>
                  </a:ext>
                </a:extLst>
              </p14:cNvPr>
              <p14:cNvContentPartPr/>
              <p14:nvPr/>
            </p14:nvContentPartPr>
            <p14:xfrm>
              <a:off x="1261034" y="3348049"/>
              <a:ext cx="1410435" cy="25643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607840A-E590-9524-BEE8-0A43B7B384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399" y="3330598"/>
                <a:ext cx="1446065" cy="60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CE071D7-84AA-B50E-9782-DCBA119AF041}"/>
                  </a:ext>
                </a:extLst>
              </p14:cNvPr>
              <p14:cNvContentPartPr/>
              <p14:nvPr/>
            </p14:nvContentPartPr>
            <p14:xfrm>
              <a:off x="2399150" y="3061987"/>
              <a:ext cx="292430" cy="274835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CE071D7-84AA-B50E-9782-DCBA119AF0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1165" y="3044000"/>
                <a:ext cx="328040" cy="3104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FF71B5E-40A6-83B5-3650-C869ACF2974E}"/>
                  </a:ext>
                </a:extLst>
              </p14:cNvPr>
              <p14:cNvContentPartPr/>
              <p14:nvPr/>
            </p14:nvContentPartPr>
            <p14:xfrm>
              <a:off x="2411295" y="3324532"/>
              <a:ext cx="317156" cy="2052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FF71B5E-40A6-83B5-3650-C869ACF297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3675" y="3306918"/>
                <a:ext cx="352755" cy="240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FBD1879-6D34-30DD-51A0-392737E224AB}"/>
                  </a:ext>
                </a:extLst>
              </p14:cNvPr>
              <p14:cNvContentPartPr/>
              <p14:nvPr/>
            </p14:nvContentPartPr>
            <p14:xfrm>
              <a:off x="6378677" y="3380871"/>
              <a:ext cx="1049819" cy="41984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FBD1879-6D34-30DD-51A0-392737E224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61042" y="3363437"/>
                <a:ext cx="1085449" cy="77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62923FF-D71F-E953-BFB0-28782FAA2092}"/>
                  </a:ext>
                </a:extLst>
              </p14:cNvPr>
              <p14:cNvContentPartPr/>
              <p14:nvPr/>
            </p14:nvContentPartPr>
            <p14:xfrm>
              <a:off x="7140678" y="3078725"/>
              <a:ext cx="335970" cy="416453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62923FF-D71F-E953-BFB0-28782FAA20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22692" y="3060743"/>
                <a:ext cx="371581" cy="452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CDF3DAE-13FE-942A-70E3-0DC014A8225B}"/>
                  </a:ext>
                </a:extLst>
              </p14:cNvPr>
              <p14:cNvContentPartPr/>
              <p14:nvPr/>
            </p14:nvContentPartPr>
            <p14:xfrm>
              <a:off x="7214232" y="3378464"/>
              <a:ext cx="245994" cy="412181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CDF3DAE-13FE-942A-70E3-0DC014A822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96610" y="3360481"/>
                <a:ext cx="281598" cy="447788"/>
              </a:xfrm>
              <a:prstGeom prst="rect">
                <a:avLst/>
              </a:prstGeom>
            </p:spPr>
          </p:pic>
        </mc:Fallback>
      </mc:AlternateContent>
      <p:sp>
        <p:nvSpPr>
          <p:cNvPr id="135" name="TextBox 134">
            <a:extLst>
              <a:ext uri="{FF2B5EF4-FFF2-40B4-BE49-F238E27FC236}">
                <a16:creationId xmlns:a16="http://schemas.microsoft.com/office/drawing/2014/main" id="{A8514AA0-7B25-FB63-3EE5-868A3E41F859}"/>
              </a:ext>
            </a:extLst>
          </p:cNvPr>
          <p:cNvSpPr txBox="1"/>
          <p:nvPr/>
        </p:nvSpPr>
        <p:spPr>
          <a:xfrm>
            <a:off x="553064" y="2378177"/>
            <a:ext cx="14748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dirty="0">
                <a:ea typeface="Calibri"/>
                <a:cs typeface="Calibri"/>
              </a:rPr>
              <a:t>Tokens</a:t>
            </a:r>
            <a:endParaRPr lang="en-US" sz="3200">
              <a:ea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B1B386E-5EB1-FC73-9F14-C23CCA67BE53}"/>
                  </a:ext>
                </a:extLst>
              </p14:cNvPr>
              <p14:cNvContentPartPr/>
              <p14:nvPr/>
            </p14:nvContentPartPr>
            <p14:xfrm>
              <a:off x="884902" y="2857499"/>
              <a:ext cx="18435" cy="18435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B1B386E-5EB1-FC73-9F14-C23CCA67BE5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36848" y="1954184"/>
                <a:ext cx="1843500" cy="184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21C9D64-D78C-4B66-ECFA-2D6849A24F84}"/>
                  </a:ext>
                </a:extLst>
              </p14:cNvPr>
              <p14:cNvContentPartPr/>
              <p14:nvPr/>
            </p14:nvContentPartPr>
            <p14:xfrm>
              <a:off x="1020097" y="2992693"/>
              <a:ext cx="18435" cy="18435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21C9D64-D78C-4B66-ECFA-2D6849A24F8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8347" y="2089378"/>
                <a:ext cx="1843500" cy="184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FD97300A-DBA6-D165-BE93-F878D5264F08}"/>
                  </a:ext>
                </a:extLst>
              </p14:cNvPr>
              <p14:cNvContentPartPr/>
              <p14:nvPr/>
            </p14:nvContentPartPr>
            <p14:xfrm>
              <a:off x="936618" y="2724860"/>
              <a:ext cx="18435" cy="18435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FD97300A-DBA6-D165-BE93-F878D5264F0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3698" y="2691940"/>
                <a:ext cx="83616" cy="83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F47C729-0B81-98FB-D3E6-8ECD798DDA1D}"/>
                  </a:ext>
                </a:extLst>
              </p14:cNvPr>
              <p14:cNvContentPartPr/>
              <p14:nvPr/>
            </p14:nvContentPartPr>
            <p14:xfrm>
              <a:off x="1241323" y="2623983"/>
              <a:ext cx="18435" cy="18435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F47C729-0B81-98FB-D3E6-8ECD798DDA1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8008" y="1720668"/>
                <a:ext cx="1843500" cy="184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5BDF6B1-2311-B8ED-24AE-0D34FFACD0B2}"/>
                  </a:ext>
                </a:extLst>
              </p14:cNvPr>
              <p14:cNvContentPartPr/>
              <p14:nvPr/>
            </p14:nvContentPartPr>
            <p14:xfrm>
              <a:off x="2335161" y="5045177"/>
              <a:ext cx="18435" cy="18435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5BDF6B1-2311-B8ED-24AE-0D34FFACD0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13411" y="4123427"/>
                <a:ext cx="1843500" cy="1843500"/>
              </a:xfrm>
              <a:prstGeom prst="rect">
                <a:avLst/>
              </a:prstGeom>
            </p:spPr>
          </p:pic>
        </mc:Fallback>
      </mc:AlternateContent>
      <p:sp>
        <p:nvSpPr>
          <p:cNvPr id="141" name="TextBox 140">
            <a:extLst>
              <a:ext uri="{FF2B5EF4-FFF2-40B4-BE49-F238E27FC236}">
                <a16:creationId xmlns:a16="http://schemas.microsoft.com/office/drawing/2014/main" id="{1B3C3FD5-C4AD-4DED-C087-9EF81A2CE6EC}"/>
              </a:ext>
            </a:extLst>
          </p:cNvPr>
          <p:cNvSpPr txBox="1"/>
          <p:nvPr/>
        </p:nvSpPr>
        <p:spPr>
          <a:xfrm>
            <a:off x="6845710" y="2089354"/>
            <a:ext cx="125361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Calibri"/>
                <a:cs typeface="Calibri"/>
              </a:rPr>
              <a:t>Parse Tree</a:t>
            </a:r>
            <a:endParaRPr lang="en-US" sz="3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Syntax Analysis – Parse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005781"/>
            <a:ext cx="3485179" cy="43505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=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/ \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a  +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  / \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 5   3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Example Syntax Error: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a = 5 + ;</a:t>
            </a:r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5" name="Picture 4" descr="Small tree">
            <a:extLst>
              <a:ext uri="{FF2B5EF4-FFF2-40B4-BE49-F238E27FC236}">
                <a16:creationId xmlns:a16="http://schemas.microsoft.com/office/drawing/2014/main" id="{76B8B108-FA6E-54D4-801F-E68D97B87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72" r="39981" b="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6F8E63-1290-F971-41AB-63D7C31DB6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133" r="-3" b="-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Semantic Analysis</a:t>
            </a:r>
          </a:p>
        </p:txBody>
      </p: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1FE02937-248D-CACD-7D01-90A327AE5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92069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example of a molecular structure">
            <a:extLst>
              <a:ext uri="{FF2B5EF4-FFF2-40B4-BE49-F238E27FC236}">
                <a16:creationId xmlns:a16="http://schemas.microsoft.com/office/drawing/2014/main" id="{0B8FD0B4-1952-C38D-B7B1-828EC7A6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0" r="37420" b="-4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Semantic Analysis – Symbol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2800" dirty="0"/>
              <a:t>Variable: a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/>
              <a:t>Type: int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/>
              <a:t>Scope: local</a:t>
            </a:r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Semantic Error Example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2400"/>
              <a:t>float a;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sz="2400"/>
              <a:t>a = "Hello";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400"/>
              <a:t>Explanation: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400"/>
              <a:t>Type mismatch detected</a:t>
            </a:r>
            <a:endParaRPr sz="2400" dirty="0">
              <a:ea typeface="Calibri"/>
              <a:cs typeface="Calibri"/>
            </a:endParaRPr>
          </a:p>
        </p:txBody>
      </p:sp>
      <p:pic>
        <p:nvPicPr>
          <p:cNvPr id="33" name="Picture 32" descr="Computer script on a screen">
            <a:extLst>
              <a:ext uri="{FF2B5EF4-FFF2-40B4-BE49-F238E27FC236}">
                <a16:creationId xmlns:a16="http://schemas.microsoft.com/office/drawing/2014/main" id="{F2E4B233-30E6-C380-C558-9F14EFFB7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9" r="49080" b="-3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C8AE2C-B1C6-22D7-8461-0C6800D392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8099" r="2961" b="-1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Intermediate Code Generation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4737D6D-32EC-4924-8024-57D46CAA66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20468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Intermediate Code (Three Address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000" dirty="0"/>
              <a:t>t1 = 5 + 3</a:t>
            </a:r>
            <a:endParaRPr lang="en-US" sz="4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dirty="0"/>
              <a:t>a = t1</a:t>
            </a:r>
            <a:endParaRPr lang="en-US" sz="4000">
              <a:ea typeface="Calibri"/>
              <a:cs typeface="Calibri"/>
            </a:endParaRPr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0B9179DF-7341-FA2E-8B2F-0DB3A9E7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65" r="24988" b="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Code Optimization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E819EA-3232-049E-33B7-D755215F1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43755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Code Optimization – After Optimization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543F23F-9444-FD2D-4B99-0528149C3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647107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Code Generation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7091C5D-6DDF-6A90-EFEC-09230F2C8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323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Code Generation – Example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F9860406-4708-259C-6914-4A3B78861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35663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Linking and Assembly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1228C58-FB7C-82C3-A013-17ED1F667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72756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Error Handling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E6F1CCB4-A7A8-F916-E23C-4548E72E9C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09315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One-Line Compilation Flow</a:t>
            </a: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Source Code → Tokens → Parse Tree → Semantic Check → IR → Optimized Code → Machine Code → Executable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A27648-D469-0348-2B53-6ABE8B9E64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3800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Thank You</a:t>
            </a:r>
          </a:p>
        </p:txBody>
      </p:sp>
      <p:pic>
        <p:nvPicPr>
          <p:cNvPr id="17" name="Picture 16" descr="Yellow and blue symbols">
            <a:extLst>
              <a:ext uri="{FF2B5EF4-FFF2-40B4-BE49-F238E27FC236}">
                <a16:creationId xmlns:a16="http://schemas.microsoft.com/office/drawing/2014/main" id="{4229D1C7-FA3A-D035-3AF6-29DFCF99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23" r="27074" b="11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 Structure of a Compiler</vt:lpstr>
      <vt:lpstr>Example Program (Input Source Code)</vt:lpstr>
      <vt:lpstr>Overview of Compiler Phases </vt:lpstr>
      <vt:lpstr>Lexical Analysis (Scanner)</vt:lpstr>
      <vt:lpstr>Lexical Analysis – Output (Tokens)</vt:lpstr>
      <vt:lpstr>Syntax Analysis (Parser)</vt:lpstr>
      <vt:lpstr>Syntax Analysis – Parse Tree</vt:lpstr>
      <vt:lpstr>Semantic Analysis</vt:lpstr>
      <vt:lpstr>Semantic Analysis – Symbol Table</vt:lpstr>
      <vt:lpstr>Semantic Error Example</vt:lpstr>
      <vt:lpstr>Intermediate Code Generation</vt:lpstr>
      <vt:lpstr>Intermediate Code (Three Address Code)</vt:lpstr>
      <vt:lpstr>Code Optimization</vt:lpstr>
      <vt:lpstr>Code Optimization – After Optimization</vt:lpstr>
      <vt:lpstr>Code Generation</vt:lpstr>
      <vt:lpstr>Code Generation – Example</vt:lpstr>
      <vt:lpstr>Linking and Assembly</vt:lpstr>
      <vt:lpstr>Error Handling</vt:lpstr>
      <vt:lpstr>One-Line Compilation Flow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118</cp:revision>
  <dcterms:created xsi:type="dcterms:W3CDTF">2013-01-27T09:14:16Z</dcterms:created>
  <dcterms:modified xsi:type="dcterms:W3CDTF">2025-12-16T03:42:45Z</dcterms:modified>
  <cp:category/>
</cp:coreProperties>
</file>
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3717925"/>
            <a:ext cx="8207375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4940300"/>
            <a:ext cx="8212138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BUFFERING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Topic: Input Buffering in Lexical Analysis</a:t>
            </a:r>
          </a:p>
          <a:p>
            <a:r>
              <a:t>Course: Compiler Design</a:t>
            </a:r>
          </a:p>
          <a:p>
            <a:r>
              <a:t>Prepared by: Dr. T. Sukumar</a:t>
            </a:r>
          </a:p>
          <a:p>
            <a:r>
              <a:t>Department of CSE, Mohan Babu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Input Buffering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Input buffering is a technique used by the lexical analyzer</a:t>
            </a:r>
          </a:p>
          <a:p>
            <a:pPr marL="0" indent="0">
              <a:buNone/>
            </a:pPr>
            <a:r>
              <a:t>• It improves efficiency while reading source code</a:t>
            </a:r>
          </a:p>
          <a:p>
            <a:pPr marL="0" indent="0">
              <a:buNone/>
            </a:pPr>
            <a:r>
              <a:t>• Minimizes repeated input/output operations</a:t>
            </a:r>
          </a:p>
          <a:p>
            <a:pPr marL="0" indent="0">
              <a:buNone/>
            </a:pPr>
            <a:r>
              <a:t>• Essential for fast lexical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Input Buffering is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Lexical analyzer reads characters one by one</a:t>
            </a:r>
          </a:p>
          <a:p>
            <a:pPr marL="0" indent="0">
              <a:buNone/>
            </a:pPr>
            <a:r>
              <a:t>• Direct reading from file causes excessive I/O</a:t>
            </a:r>
          </a:p>
          <a:p>
            <a:pPr marL="0" indent="0">
              <a:buNone/>
            </a:pPr>
            <a:r>
              <a:t>• Buffering stores blocks of input in memory</a:t>
            </a:r>
          </a:p>
          <a:p>
            <a:pPr marL="0" indent="0">
              <a:buNone/>
            </a:pPr>
            <a:r>
              <a:t>• Memory access is faster than disk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Buffering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Buffer: A contiguous block of memory</a:t>
            </a:r>
          </a:p>
          <a:p>
            <a:pPr marL="0" indent="0">
              <a:buNone/>
            </a:pPr>
            <a:r>
              <a:t>• Holds a portion of source code</a:t>
            </a:r>
          </a:p>
          <a:p>
            <a:pPr marL="0" indent="0">
              <a:buNone/>
            </a:pPr>
            <a:r>
              <a:t>• Lexical analyzer reads from buffer, not directly from 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Input Buffering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4750"/>
            <a:ext cx="8229600" cy="4953000"/>
          </a:xfrm>
        </p:spPr>
        <p:txBody>
          <a:bodyPr/>
          <a:lstStyle/>
          <a:p>
            <a:pPr marL="0" indent="0">
              <a:buNone/>
            </a:pPr>
            <a:r>
              <a:t>• Acts as an intermediary between source file and lexer</a:t>
            </a:r>
          </a:p>
          <a:p>
            <a:pPr marL="0" indent="0">
              <a:buNone/>
            </a:pPr>
            <a:r>
              <a:t>• Allows look-ahead without frequent I/O operations</a:t>
            </a:r>
          </a:p>
          <a:p>
            <a:pPr marL="0" indent="0">
              <a:buNone/>
            </a:pPr>
            <a:r>
              <a:t>• Supports efficient token recognition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Input Buffering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Lexer often needs to look ahead multiple characters</a:t>
            </a:r>
          </a:p>
          <a:p>
            <a:pPr marL="0" indent="0">
              <a:buNone/>
            </a:pPr>
            <a:r>
              <a:t>• Tokens may span across buffers</a:t>
            </a:r>
          </a:p>
          <a:p>
            <a:pPr marL="0" indent="0">
              <a:buNone/>
            </a:pPr>
            <a:r>
              <a:t>• Buffer refill must be handled carefully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Input Buffering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main techniques:</a:t>
            </a:r>
          </a:p>
          <a:p>
            <a:r>
              <a:t>1. Single Buffering</a:t>
            </a:r>
          </a:p>
          <a:p>
            <a:r>
              <a:t>2. Double Buffering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 Buffering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Uses only one buffer</a:t>
            </a:r>
          </a:p>
          <a:p>
            <a:pPr marL="0" indent="0">
              <a:buNone/>
            </a:pPr>
            <a:r>
              <a:t>• Characters read sequentially</a:t>
            </a:r>
          </a:p>
          <a:p>
            <a:pPr marL="0" indent="0">
              <a:buNone/>
            </a:pPr>
            <a:r>
              <a:t>• Buffer refilled when exhausted</a:t>
            </a:r>
          </a:p>
          <a:p>
            <a:pPr marL="0" indent="0">
              <a:buNone/>
            </a:pPr>
            <a:r>
              <a:t>Drawback: Frequent I/O operations cause inefficiency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Double Buffering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Uses two buffers</a:t>
            </a:r>
          </a:p>
          <a:p>
            <a:pPr marL="0" indent="0">
              <a:buNone/>
            </a:pPr>
            <a:r>
              <a:t>• One buffer is processed while the other is filled</a:t>
            </a:r>
          </a:p>
          <a:p>
            <a:pPr marL="0" indent="0">
              <a:buNone/>
            </a:pPr>
            <a:r>
              <a:t>• Minimizes waiting time for input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 of Double Buffering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Significantly improves performance</a:t>
            </a:r>
          </a:p>
          <a:p>
            <a:pPr marL="0" indent="0">
              <a:buNone/>
            </a:pPr>
            <a:r>
              <a:t>• Reduces frequency of input operations</a:t>
            </a:r>
          </a:p>
          <a:p>
            <a:pPr marL="0" indent="0">
              <a:buNone/>
            </a:pPr>
            <a:r>
              <a:t>• Ensures continuous availability of characters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Double Buffering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1. Fill Buffer 1 initially</a:t>
            </a:r>
          </a:p>
          <a:p>
            <a:pPr marL="0" indent="0">
              <a:buNone/>
            </a:pPr>
            <a:r>
              <a:t>2. Process Buffer 1</a:t>
            </a:r>
          </a:p>
          <a:p>
            <a:pPr marL="0" indent="0">
              <a:buNone/>
            </a:pPr>
            <a:r>
              <a:t>3. Simultaneously fill Buffer 2</a:t>
            </a:r>
          </a:p>
          <a:p>
            <a:pPr marL="0" indent="0">
              <a:buNone/>
            </a:pPr>
            <a:r>
              <a:t>4. Swap buffers when needed</a:t>
            </a:r>
          </a:p>
          <a:p>
            <a:pPr marL="0" indent="0">
              <a:buNone/>
            </a:pPr>
            <a:r>
              <a:t>5. Repeat the process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Double Buffering – Stepwise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Buffer 1 → Read &amp; Process</a:t>
            </a:r>
          </a:p>
          <a:p>
            <a:pPr marL="0" indent="0">
              <a:buNone/>
            </a:pPr>
            <a:r>
              <a:t>• Buffer 2 → Fill with next input</a:t>
            </a:r>
          </a:p>
          <a:p>
            <a:pPr marL="0" indent="0">
              <a:buNone/>
            </a:pPr>
            <a:r>
              <a:t>• Swap roles after exhaustion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of Double Buffering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Input: int sum = 10 + 5;</a:t>
            </a:r>
          </a:p>
          <a:p>
            <a:r>
              <a:t>Buffer 1: "int sum = "</a:t>
            </a:r>
          </a:p>
          <a:p>
            <a:r>
              <a:t>Buffer 2: "10 + 5;"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Input Buffering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Improved efficiency</a:t>
            </a:r>
          </a:p>
          <a:p>
            <a:pPr marL="0" indent="0">
              <a:buNone/>
            </a:pPr>
            <a:r>
              <a:t>• Reduced latency</a:t>
            </a:r>
          </a:p>
          <a:p>
            <a:pPr marL="0" indent="0">
              <a:buNone/>
            </a:pPr>
            <a:r>
              <a:t>• Optimized token recognition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Improved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Fewer I/O operations</a:t>
            </a:r>
          </a:p>
          <a:p>
            <a:pPr marL="0" indent="0">
              <a:buNone/>
            </a:pPr>
            <a:r>
              <a:t>• Faster lexical analysis</a:t>
            </a:r>
          </a:p>
          <a:p>
            <a:pPr marL="0" indent="0">
              <a:buNone/>
            </a:pPr>
            <a:r>
              <a:t>• Especially useful for large programs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Reduced Latency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Lexer does not wait for input</a:t>
            </a:r>
          </a:p>
          <a:p>
            <a:pPr marL="0" indent="0">
              <a:buNone/>
            </a:pPr>
            <a:r>
              <a:t>• One buffer is always ready</a:t>
            </a:r>
          </a:p>
          <a:p>
            <a:pPr marL="0" indent="0">
              <a:buNone/>
            </a:pPr>
            <a:r>
              <a:t>• Continuous processing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Optimized Token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Supports look-ahead</a:t>
            </a:r>
          </a:p>
          <a:p>
            <a:pPr marL="0" indent="0">
              <a:buNone/>
            </a:pPr>
            <a:r>
              <a:t>• Handles multi-character tokens</a:t>
            </a:r>
          </a:p>
          <a:p>
            <a:pPr marL="0" indent="0">
              <a:buNone/>
            </a:pPr>
            <a:r>
              <a:t>• Tokens can span across buffers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Buffering Helps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Input: int a = 5 + 3;</a:t>
            </a:r>
          </a:p>
          <a:p>
            <a:r>
              <a:t>Without buffering: many individual reads</a:t>
            </a:r>
          </a:p>
          <a:p>
            <a:r>
              <a:t>With buffering: blocks read efficiently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Buffering in Lexical Analyzers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Efficient reading after initial load</a:t>
            </a:r>
          </a:p>
          <a:p>
            <a:pPr marL="0" indent="0">
              <a:buNone/>
            </a:pPr>
            <a:r>
              <a:t>• More time spent on token processing</a:t>
            </a:r>
          </a:p>
          <a:p>
            <a:pPr marL="0" indent="0">
              <a:buNone/>
            </a:pPr>
            <a:r>
              <a:t>• Less time waiting for input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Look-Ahead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Necessary for identifiers and keywords</a:t>
            </a:r>
          </a:p>
          <a:p>
            <a:pPr marL="0" indent="0">
              <a:buNone/>
            </a:pPr>
            <a:r>
              <a:t>• Buffering allows safe look-ahead</a:t>
            </a:r>
          </a:p>
          <a:p>
            <a:pPr marL="0" indent="0">
              <a:buNone/>
            </a:pPr>
            <a:r>
              <a:t>• Ensures correct token boundaries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Input Buffering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Important optimization technique</a:t>
            </a:r>
          </a:p>
          <a:p>
            <a:pPr marL="0" indent="0">
              <a:buNone/>
            </a:pPr>
            <a:r>
              <a:t>• Reduces I/O overhead</a:t>
            </a:r>
          </a:p>
          <a:p>
            <a:pPr marL="0" indent="0">
              <a:buNone/>
            </a:pPr>
            <a:r>
              <a:t>• Double buffering is most effective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Input buffering enhances compiler performance</a:t>
            </a:r>
          </a:p>
          <a:p>
            <a:pPr marL="0" indent="0">
              <a:buNone/>
            </a:pPr>
            <a:r>
              <a:t>• Essential for efficient lexical analysis</a:t>
            </a:r>
          </a:p>
          <a:p>
            <a:pPr marL="0" indent="0">
              <a:buNone/>
            </a:pPr>
            <a:r>
              <a:t>• Widely used in modern compilers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2992</Words>
  <Application>WPS Presentation</Application>
  <PresentationFormat>On-screen Show (4:3)</PresentationFormat>
  <Paragraphs>142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Green Color</vt:lpstr>
      <vt:lpstr>INPUT BUFFERING</vt:lpstr>
      <vt:lpstr>Introduction to Input Buffering</vt:lpstr>
      <vt:lpstr>Why Input Buffering is Needed</vt:lpstr>
      <vt:lpstr>Buffering Basics</vt:lpstr>
      <vt:lpstr>Role of Input Buffering</vt:lpstr>
      <vt:lpstr>Challenges in Input Buffering</vt:lpstr>
      <vt:lpstr>Types of Input Buffering</vt:lpstr>
      <vt:lpstr>Single Buffering</vt:lpstr>
      <vt:lpstr>Double Buffering</vt:lpstr>
      <vt:lpstr>Advantage of Double Buffering</vt:lpstr>
      <vt:lpstr>How Double Buffering Works</vt:lpstr>
      <vt:lpstr>Double Buffering – Stepwise View</vt:lpstr>
      <vt:lpstr>Example of Double Buffering</vt:lpstr>
      <vt:lpstr>Advantages of Input Buffering</vt:lpstr>
      <vt:lpstr>Improved Efficiency</vt:lpstr>
      <vt:lpstr>Reduced Latency</vt:lpstr>
      <vt:lpstr>Optimized Token Recognition</vt:lpstr>
      <vt:lpstr>How Buffering Helps – Example</vt:lpstr>
      <vt:lpstr>Buffering in Lexical Analyzers</vt:lpstr>
      <vt:lpstr>Look-Ahead Support</vt:lpstr>
      <vt:lpstr>Summary of Input Buffering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 SUKUMAR</cp:lastModifiedBy>
  <cp:revision>2</cp:revision>
  <dcterms:created xsi:type="dcterms:W3CDTF">2013-01-27T09:14:00Z</dcterms:created>
  <dcterms:modified xsi:type="dcterms:W3CDTF">2025-12-19T06:57:48Z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8EC9722131174860A0C001117B5AE487_12</vt:lpwstr>
  </property>
  <property fmtid="{D5CDD505-2E9C-101B-9397-08002B2CF9AE}" pid="3" name="KSOProductBuildVer">
    <vt:lpwstr>1033-12.2.0.23155</vt:lpwstr>
  </property>
</Properties>
</file>
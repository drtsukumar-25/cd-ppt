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3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4" r:id="rId18"/>
    <p:sldId id="275" r:id="rId19"/>
    <p:sldId id="271" r:id="rId20"/>
    <p:sldId id="272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sz="4800">
                <a:sym typeface="+mn-ea"/>
              </a:rPr>
              <a:t>INTERPRETATION – INTERPRETERS, RECURSIVE AND ITERATIVE INTERPRETERS</a:t>
            </a:r>
            <a:endParaRPr sz="4800">
              <a:sym typeface="+mn-ea"/>
            </a:endParaRPr>
          </a:p>
          <a:p>
            <a:endParaRPr sz="480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Interpretation?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Interpretation executes programs directly without generating machine code.</a:t>
            </a:r>
          </a:p>
          <a:p>
            <a:pPr marL="0" indent="0">
              <a:buNone/>
            </a:pPr>
            <a:r>
              <a:t>• The interpreter reads and executes code at runtime.</a:t>
            </a:r>
          </a:p>
          <a:p>
            <a:pPr marL="0" indent="0">
              <a:buNone/>
            </a:pPr>
            <a:r>
              <a:t>• No separate compilation phase is required.</a:t>
            </a:r>
          </a:p>
          <a:p>
            <a:pPr marL="0" indent="0">
              <a:buNone/>
            </a:pPr>
            <a:r>
              <a:t>• Common in scripting and teaching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Interpretation is widely used in: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Scripting languages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Prototyping systems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Debugging and teaching environments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Interpreter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An interpreter executes high-level language statements directly.</a:t>
            </a:r>
          </a:p>
          <a:p>
            <a:pPr marL="0" indent="0">
              <a:buNone/>
            </a:pPr>
            <a:r>
              <a:t>• Code is processed line-by-line.</a:t>
            </a:r>
          </a:p>
          <a:p>
            <a:pPr marL="0" indent="0">
              <a:buNone/>
            </a:pPr>
            <a:r>
              <a:t>• No executable file is generated.</a:t>
            </a:r>
          </a:p>
          <a:p>
            <a:pPr marL="0" indent="0">
              <a:buNone/>
            </a:pPr>
            <a:r>
              <a:t>• Errors are detected during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Interpreter in Compiler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Used in Just-In-Time (JIT) compilation.</a:t>
            </a:r>
          </a:p>
          <a:p>
            <a:pPr marL="0" indent="0">
              <a:buNone/>
            </a:pPr>
            <a:r>
              <a:t>• Executes intermediate representations.</a:t>
            </a:r>
          </a:p>
          <a:p>
            <a:pPr marL="0" indent="0">
              <a:buNone/>
            </a:pPr>
            <a:r>
              <a:t>• Useful for debugging and rapid development.</a:t>
            </a:r>
          </a:p>
          <a:p>
            <a:pPr marL="0" indent="0">
              <a:buNone/>
            </a:pPr>
            <a:r>
              <a:t>• Handles runtime error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Interpreter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No machine code generation.</a:t>
            </a:r>
          </a:p>
          <a:p>
            <a:pPr marL="0" indent="0">
              <a:buNone/>
            </a:pPr>
            <a:r>
              <a:t>• Line-by-line execution.</a:t>
            </a:r>
          </a:p>
          <a:p>
            <a:pPr marL="0" indent="0">
              <a:buNone/>
            </a:pPr>
            <a:r>
              <a:t>• Slower execution speed.</a:t>
            </a:r>
          </a:p>
          <a:p>
            <a:pPr marL="0" indent="0">
              <a:buNone/>
            </a:pPr>
            <a:r>
              <a:t>• Easy to implement.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 Interpreter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Uses recursion to execute programs.</a:t>
            </a:r>
          </a:p>
          <a:p>
            <a:pPr marL="0" indent="0">
              <a:buNone/>
            </a:pPr>
            <a:r>
              <a:t>• Interpreter calls itself for nested expressions.</a:t>
            </a:r>
          </a:p>
          <a:p>
            <a:pPr marL="0" indent="0">
              <a:buNone/>
            </a:pPr>
            <a:r>
              <a:t>• Suitable for recursive and functional languages.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Recursive Interpreter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Recursive evaluation of expressions.</a:t>
            </a:r>
          </a:p>
          <a:p>
            <a:pPr marL="0" indent="0">
              <a:buNone/>
            </a:pPr>
            <a:r>
              <a:t>• Natural handling of nested calls.</a:t>
            </a:r>
          </a:p>
          <a:p>
            <a:pPr marL="0" indent="0">
              <a:buNone/>
            </a:pPr>
            <a:r>
              <a:t>• Uses system call stack.</a:t>
            </a:r>
          </a:p>
          <a:p>
            <a:pPr marL="0" indent="0">
              <a:buNone/>
            </a:pPr>
            <a:r>
              <a:t>• Higher memory consumption.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 Interpreter in Compiler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Traverses Abstract Syntax Trees (AST).</a:t>
            </a:r>
          </a:p>
          <a:p>
            <a:pPr marL="0" indent="0">
              <a:buNone/>
            </a:pPr>
            <a:r>
              <a:t>• Uses symbol tables for scope management.</a:t>
            </a:r>
          </a:p>
          <a:p>
            <a:pPr marL="0" indent="0">
              <a:buNone/>
            </a:pPr>
            <a:r>
              <a:t>• Common in Lisp and Scheme interpreters.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Iterative Interpreter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Uses loops instead of recursion.</a:t>
            </a:r>
          </a:p>
          <a:p>
            <a:pPr marL="0" indent="0">
              <a:buNone/>
            </a:pPr>
            <a:r>
              <a:t>• Instructions executed sequentially.</a:t>
            </a:r>
          </a:p>
          <a:p>
            <a:pPr marL="0" indent="0">
              <a:buNone/>
            </a:pPr>
            <a:r>
              <a:t>• Avoids deep recursion stacks.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Iterative Interpreter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Loop-based execution.</a:t>
            </a:r>
          </a:p>
          <a:p>
            <a:pPr marL="0" indent="0">
              <a:buNone/>
            </a:pPr>
            <a:r>
              <a:t>• More memory efficient.</a:t>
            </a:r>
          </a:p>
          <a:p>
            <a:pPr marL="0" indent="0">
              <a:buNone/>
            </a:pPr>
            <a:r>
              <a:t>• Requires explicit stack for recursion simulation.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Iterative Interpreter in Compiler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Executes bytecode or intermediate code.</a:t>
            </a:r>
          </a:p>
          <a:p>
            <a:pPr marL="0" indent="0">
              <a:buNone/>
            </a:pPr>
            <a:r>
              <a:t>• Used in virtual machines.</a:t>
            </a:r>
          </a:p>
          <a:p>
            <a:pPr marL="0" indent="0">
              <a:buNone/>
            </a:pPr>
            <a:r>
              <a:t>• Supports JIT optimizations.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 vs Iterative Interpreter –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Recursive Interpreter:</a:t>
            </a:r>
          </a:p>
          <a:p>
            <a:pPr marL="0" indent="0">
              <a:buNone/>
            </a:pPr>
            <a:r>
              <a:t>• Uses recursion</a:t>
            </a:r>
          </a:p>
          <a:p>
            <a:pPr marL="0" indent="0">
              <a:buNone/>
            </a:pPr>
            <a:r>
              <a:t>• Higher memory usage</a:t>
            </a:r>
          </a:p>
          <a:p>
            <a:pPr marL="0" indent="0">
              <a:buNone/>
            </a:pPr>
            <a:r>
              <a:t>• Simple for recursive languages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t>Iterative Interpreter:</a:t>
            </a:r>
          </a:p>
          <a:p>
            <a:pPr marL="0" indent="0">
              <a:buNone/>
            </a:pPr>
            <a:r>
              <a:t>• Uses loops</a:t>
            </a:r>
          </a:p>
          <a:p>
            <a:pPr marL="0" indent="0">
              <a:buNone/>
            </a:pPr>
            <a:r>
              <a:t>• Memory efficient</a:t>
            </a:r>
          </a:p>
          <a:p>
            <a:pPr marL="0" indent="0">
              <a:buNone/>
            </a:pPr>
            <a:r>
              <a:t>• Better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Recursive Interpreter:</a:t>
            </a:r>
          </a:p>
          <a:p>
            <a:pPr marL="0" indent="0">
              <a:buNone/>
            </a:pPr>
            <a:r>
              <a:t>• Simple design</a:t>
            </a:r>
          </a:p>
          <a:p>
            <a:pPr marL="0" indent="0">
              <a:buNone/>
            </a:pPr>
            <a:r>
              <a:t>• Stack overflow risk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t>Iterative Interpreter:</a:t>
            </a:r>
          </a:p>
          <a:p>
            <a:pPr marL="0" indent="0">
              <a:buNone/>
            </a:pPr>
            <a:r>
              <a:t>• Efficient execution</a:t>
            </a:r>
          </a:p>
          <a:p>
            <a:pPr marL="0" indent="0">
              <a:buNone/>
            </a:pPr>
            <a:r>
              <a:t>• Complex implementation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Interpretation executes code directly.</a:t>
            </a:r>
          </a:p>
          <a:p>
            <a:pPr marL="0" indent="0">
              <a:buNone/>
            </a:pPr>
            <a:r>
              <a:t>• Recursive interpreters use recursion.</a:t>
            </a:r>
          </a:p>
          <a:p>
            <a:pPr marL="0" indent="0">
              <a:buNone/>
            </a:pPr>
            <a:r>
              <a:t>• Iterative interpreters use loops.</a:t>
            </a:r>
          </a:p>
          <a:p>
            <a:pPr marL="0" indent="0">
              <a:buNone/>
            </a:pPr>
            <a:r>
              <a:t>• Both are essential in compiler design.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Python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print("Hello World")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x = 10 + 20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print(x)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Interpreter Output</a:t>
            </a:r>
            <a:endParaRPr lang="en-US" altLang="en-US" b="1"/>
          </a:p>
          <a:p>
            <a:pPr marL="0" indent="0" algn="ctr">
              <a:buNone/>
            </a:pPr>
            <a:r>
              <a:rPr lang="en-US" altLang="en-US"/>
              <a:t>Hello World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30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Example with Error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Program</a:t>
            </a:r>
            <a:endParaRPr lang="en-US" altLang="en-US" b="1"/>
          </a:p>
          <a:p>
            <a:pPr marL="0" indent="0" algn="ctr">
              <a:buNone/>
            </a:pPr>
            <a:r>
              <a:rPr lang="en-US" altLang="en-US"/>
              <a:t>print("Start")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print(y)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print("End")</a:t>
            </a:r>
            <a:endParaRPr lang="en-US" altLang="en-US"/>
          </a:p>
          <a:p>
            <a:pPr marL="0" indent="0" algn="l">
              <a:buNone/>
            </a:pPr>
            <a:r>
              <a:rPr lang="en-US" altLang="en-US" b="1"/>
              <a:t>Interpreter Output</a:t>
            </a:r>
            <a:endParaRPr lang="en-US" altLang="en-US" b="1"/>
          </a:p>
          <a:p>
            <a:pPr marL="0" indent="0" algn="ctr">
              <a:buNone/>
            </a:pPr>
            <a:r>
              <a:rPr lang="en-US" altLang="en-US"/>
              <a:t>Start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NameError: name 'y' is not defined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40080" y="265430"/>
          <a:ext cx="7863840" cy="6358255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1237615">
                <a:tc>
                  <a:txBody>
                    <a:bodyPr/>
                    <a:p>
                      <a:r>
                        <a:rPr sz="2800" b="1"/>
                        <a:t>Aspect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 b="1"/>
                        <a:t>Recursive Interpreter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 b="1"/>
                        <a:t>Iterative Interpreter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3440">
                <a:tc>
                  <a:txBody>
                    <a:bodyPr/>
                    <a:p>
                      <a:r>
                        <a:rPr sz="2800" b="1"/>
                        <a:t>Execution Method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Recursion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Loops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3440">
                <a:tc>
                  <a:txBody>
                    <a:bodyPr/>
                    <a:p>
                      <a:r>
                        <a:rPr sz="2800" b="1"/>
                        <a:t>Stack Usage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Implicit system stack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Explicit stack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r>
                        <a:rPr sz="2800" b="1"/>
                        <a:t>Memory Usage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Higher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Lower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80160">
                <a:tc>
                  <a:txBody>
                    <a:bodyPr/>
                    <a:p>
                      <a:r>
                        <a:rPr sz="2800" b="1"/>
                        <a:t>Implementation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Simple for recursive languages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More complex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3440">
                <a:tc>
                  <a:txBody>
                    <a:bodyPr/>
                    <a:p>
                      <a:r>
                        <a:rPr sz="2800" b="1"/>
                        <a:t>Performance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Slower for deep recursion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Faster and efficient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3440">
                <a:tc>
                  <a:txBody>
                    <a:bodyPr/>
                    <a:p>
                      <a:r>
                        <a:rPr sz="2800" b="1"/>
                        <a:t>Suitable For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Functional languages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Virtual machines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Examples of Interpreted Languages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Python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JavaScript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Ruby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PHP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Perl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19*453"/>
  <p:tag name="TABLE_ENDDRAG_RECT" val="50*20*619*453"/>
</p:tagLst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2958</Words>
  <Application>WPS Presentation</Application>
  <PresentationFormat>On-screen Show (4:3)</PresentationFormat>
  <Paragraphs>182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Communications and Dialogues</vt:lpstr>
      <vt:lpstr>INTERPRETATION – INTERPRETERS, RECURSIVE AND ITERATIVE INTERPRETERS</vt:lpstr>
      <vt:lpstr>What is Interpretation?</vt:lpstr>
      <vt:lpstr>PowerPoint 演示文稿</vt:lpstr>
      <vt:lpstr>Interpreter – Definition</vt:lpstr>
      <vt:lpstr>Role of Interpreter in Compiler Design</vt:lpstr>
      <vt:lpstr>Features of Interpreter</vt:lpstr>
      <vt:lpstr>Recursive Interpreter – Definition</vt:lpstr>
      <vt:lpstr>Characteristics of Recursive Interpreter</vt:lpstr>
      <vt:lpstr>Recursive Interpreter in Compiler Design</vt:lpstr>
      <vt:lpstr>Iterative Interpreter – Definition</vt:lpstr>
      <vt:lpstr>Characteristics of Iterative Interpreter</vt:lpstr>
      <vt:lpstr>Iterative Interpreter in Compiler Design</vt:lpstr>
      <vt:lpstr>Recursive vs Iterative Interpreter – Comparison</vt:lpstr>
      <vt:lpstr>Advantages and Disadvantages</vt:lpstr>
      <vt:lpstr>Summary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Sukumar T</cp:lastModifiedBy>
  <cp:revision>9</cp:revision>
  <dcterms:created xsi:type="dcterms:W3CDTF">2013-01-27T09:14:00Z</dcterms:created>
  <dcterms:modified xsi:type="dcterms:W3CDTF">2025-12-18T06:34:48Z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9EB0B4A005C342BFB74EFFA0D7261ED7_12</vt:lpwstr>
  </property>
  <property fmtid="{D5CDD505-2E9C-101B-9397-08002B2CF9AE}" pid="3" name="KSOProductBuildVer">
    <vt:lpwstr>1033-12.2.0.23155</vt:lpwstr>
  </property>
</Properties>
</file>
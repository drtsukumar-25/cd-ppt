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LEXICAL ANALYSIS</a:t>
            </a:r>
          </a:p>
          <a:p>
            <a:r>
              <a:t>Phase 1 of Compiler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 Compiler Design</a:t>
            </a:r>
          </a:p>
          <a:p>
            <a:r>
              <a:t>Topic: Lexical Analysis &amp; Role of Lexical Analyzer</a:t>
            </a:r>
          </a:p>
          <a:p>
            <a:r>
              <a:t>Prepared by: Dr. T. Sukumar</a:t>
            </a:r>
          </a:p>
          <a:p>
            <a:r>
              <a:t>Department of CSE, Mohan Babu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Lexical Analysis is the first phase of a compiler</a:t>
            </a:r>
          </a:p>
          <a:p>
            <a:pPr marL="0" indent="0">
              <a:buNone/>
            </a:pPr>
            <a:r>
              <a:t>• Converts source program into tokens</a:t>
            </a:r>
          </a:p>
          <a:p>
            <a:pPr marL="0" indent="0">
              <a:buNone/>
            </a:pPr>
            <a:r>
              <a:t>• Implemented using a lexical analyzer (scanner)</a:t>
            </a:r>
          </a:p>
          <a:p>
            <a:pPr marL="0" indent="0">
              <a:buNone/>
            </a:pPr>
            <a:r>
              <a:t>• Acts as a bridge between source code and syntax analyzer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Token?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Smallest meaningful unit of a program</a:t>
            </a:r>
          </a:p>
          <a:p>
            <a:pPr marL="0" indent="0">
              <a:buNone/>
            </a:pPr>
            <a:r>
              <a:t>• Token has type and optional attribute</a:t>
            </a:r>
          </a:p>
          <a:p>
            <a:pPr marL="0" indent="0">
              <a:buNone/>
            </a:pPr>
            <a:r>
              <a:t>Examples:</a:t>
            </a:r>
          </a:p>
          <a:p>
            <a:pPr marL="0" indent="0">
              <a:buNone/>
            </a:pPr>
            <a:r>
              <a:t>Keyword: int, if</a:t>
            </a:r>
          </a:p>
          <a:p>
            <a:pPr marL="0" indent="0">
              <a:buNone/>
            </a:pPr>
            <a:r>
              <a:t>Identifier: sum</a:t>
            </a:r>
          </a:p>
          <a:p>
            <a:pPr marL="0" indent="0">
              <a:buNone/>
            </a:pPr>
            <a:r>
              <a:t>Operator: +</a:t>
            </a:r>
          </a:p>
          <a:p>
            <a:pPr marL="0" indent="0">
              <a:buNone/>
            </a:pPr>
            <a:r>
              <a:t>Literal: 10</a:t>
            </a:r>
          </a:p>
          <a:p>
            <a:pPr marL="0" indent="0">
              <a:buNone/>
            </a:pPr>
            <a:r>
              <a:t>Punctuation: 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Raw source code is difficult to parse</a:t>
            </a:r>
          </a:p>
          <a:p>
            <a:pPr marL="0" indent="0">
              <a:buNone/>
            </a:pPr>
            <a:r>
              <a:t>• Groups characters meaningfully</a:t>
            </a:r>
          </a:p>
          <a:p>
            <a:pPr marL="0" indent="0">
              <a:buNone/>
            </a:pPr>
            <a:r>
              <a:t>• Simplifies syntax analysis</a:t>
            </a:r>
          </a:p>
          <a:p>
            <a:pPr marL="0" indent="0">
              <a:buNone/>
            </a:pPr>
            <a:r>
              <a:t>• Enables early error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of Lexical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Source Program → Lexical Analyzer → Tokens → Syntax Analyzer</a:t>
            </a:r>
          </a:p>
          <a:p>
            <a:pPr marL="0" indent="0">
              <a:buNone/>
            </a:pPr>
            <a:r>
              <a:t>• Input: Characters</a:t>
            </a:r>
          </a:p>
          <a:p>
            <a:pPr marL="0" indent="0">
              <a:buNone/>
            </a:pPr>
            <a:r>
              <a:t>• Output: Tokens</a:t>
            </a:r>
          </a:p>
          <a:p>
            <a:pPr marL="0" indent="0">
              <a:buNone/>
            </a:pPr>
            <a:r>
              <a:t>• Works with symbol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Lexical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Tokenization</a:t>
            </a:r>
          </a:p>
          <a:p>
            <a:r>
              <a:t>2. Removal of whitespace and comments</a:t>
            </a:r>
          </a:p>
          <a:p>
            <a:r>
              <a:t>3. Lexical error detection</a:t>
            </a:r>
          </a:p>
          <a:p>
            <a:r>
              <a:t>4. Token classification</a:t>
            </a:r>
          </a:p>
          <a:p>
            <a:r>
              <a:t>5. Token stream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Divides source code into tokens</a:t>
            </a:r>
          </a:p>
          <a:p>
            <a:pPr marL="0" indent="0">
              <a:buNone/>
            </a:pPr>
            <a:r>
              <a:t>• Uses regular expressions and automata</a:t>
            </a:r>
          </a:p>
          <a:p>
            <a:pPr marL="0" indent="0">
              <a:buNone/>
            </a:pPr>
            <a:r>
              <a:t>Example: int sum = 10;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Tokens – Keywords &amp;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Keywords: if, else, for</a:t>
            </a:r>
          </a:p>
          <a:p>
            <a:r>
              <a:t>Identifiers: variable names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Tokens – Literals &amp;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Literals: 10, 3.14, "Hello"</a:t>
            </a:r>
          </a:p>
          <a:p>
            <a:r>
              <a:t>Operators: +, -, *, 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Tokens – Delimiters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Semicolon ;</a:t>
            </a:r>
          </a:p>
          <a:p>
            <a:pPr marL="0" indent="0">
              <a:buNone/>
            </a:pPr>
            <a:r>
              <a:t>• Parentheses ()</a:t>
            </a:r>
          </a:p>
          <a:p>
            <a:pPr marL="0" indent="0">
              <a:buNone/>
            </a:pPr>
            <a:r>
              <a:t>• Braces {}</a:t>
            </a:r>
          </a:p>
          <a:p>
            <a:pPr marL="0" indent="0">
              <a:buNone/>
            </a:pPr>
            <a:r>
              <a:t>• Comma 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Eliminating Whitespace and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Removes spaces, tabs, newlines</a:t>
            </a:r>
          </a:p>
          <a:p>
            <a:pPr marL="0" indent="0">
              <a:buNone/>
            </a:pPr>
            <a:r>
              <a:t>• Discards comments</a:t>
            </a:r>
          </a:p>
          <a:p>
            <a:pPr marL="0" indent="0">
              <a:buNone/>
            </a:pPr>
            <a:r>
              <a:t>• Improves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Lexical Error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Invalid characters</a:t>
            </a:r>
          </a:p>
          <a:p>
            <a:pPr marL="0" indent="0">
              <a:buNone/>
            </a:pPr>
            <a:r>
              <a:t>• Malformed tokens</a:t>
            </a:r>
          </a:p>
          <a:p>
            <a:pPr marL="0" indent="0">
              <a:buNone/>
            </a:pPr>
            <a:r>
              <a:t>Examples: 12.3.4, @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Keywords</a:t>
            </a:r>
          </a:p>
          <a:p>
            <a:pPr marL="0" indent="0">
              <a:buNone/>
            </a:pPr>
            <a:r>
              <a:t>• Identifiers</a:t>
            </a:r>
          </a:p>
          <a:p>
            <a:pPr marL="0" indent="0">
              <a:buNone/>
            </a:pPr>
            <a:r>
              <a:t>• Literals</a:t>
            </a:r>
          </a:p>
          <a:p>
            <a:pPr marL="0" indent="0">
              <a:buNone/>
            </a:pPr>
            <a:r>
              <a:t>• Operators</a:t>
            </a:r>
          </a:p>
          <a:p>
            <a:pPr marL="0" indent="0">
              <a:buNone/>
            </a:pPr>
            <a:r>
              <a:t>• Delimiters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Stream to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Tokens passed sequentially</a:t>
            </a:r>
          </a:p>
          <a:p>
            <a:pPr marL="0" indent="0">
              <a:buNone/>
            </a:pPr>
            <a:r>
              <a:t>• Parser builds syntax tree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Lexical Analyzer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841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t>1. Read characters</a:t>
            </a:r>
          </a:p>
          <a:p>
            <a:pPr marL="0" indent="0">
              <a:buNone/>
            </a:pPr>
            <a:r>
              <a:t>2. Match patterns</a:t>
            </a:r>
          </a:p>
          <a:p>
            <a:pPr marL="0" indent="0">
              <a:buNone/>
            </a:pPr>
            <a:r>
              <a:t>3. Generate tokens</a:t>
            </a:r>
          </a:p>
          <a:p>
            <a:pPr marL="0" indent="0">
              <a:buNone/>
            </a:pPr>
            <a:r>
              <a:t>4. Pass to parser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 in 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Regular expressions</a:t>
            </a:r>
          </a:p>
          <a:p>
            <a:pPr marL="0" indent="0">
              <a:buNone/>
            </a:pPr>
            <a:r>
              <a:t>• Finite automata</a:t>
            </a:r>
          </a:p>
          <a:p>
            <a:pPr marL="0" indent="0">
              <a:buNone/>
            </a:pPr>
            <a:r>
              <a:t>• Lex / Flex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int sum = 10 + 5;</a:t>
            </a:r>
          </a:p>
          <a:p>
            <a:r>
              <a:t>Tokens: int, sum, =, 10, +, 5, 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Simplifies parsing</a:t>
            </a:r>
          </a:p>
          <a:p>
            <a:pPr marL="0" indent="0">
              <a:buNone/>
            </a:pPr>
            <a:r>
              <a:t>• Early error detection</a:t>
            </a:r>
          </a:p>
          <a:p>
            <a:pPr marL="0" indent="0">
              <a:buNone/>
            </a:pPr>
            <a:r>
              <a:t>• Optimized execution</a:t>
            </a:r>
          </a:p>
          <a:p>
            <a:pPr marL="0" indent="0">
              <a:buNone/>
            </a:pPr>
            <a:r>
              <a:t>• Modular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Lexical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First compiler phase</a:t>
            </a:r>
          </a:p>
          <a:p>
            <a:pPr marL="0" indent="0">
              <a:buNone/>
            </a:pPr>
            <a:r>
              <a:t>• Converts characters to tokens</a:t>
            </a:r>
          </a:p>
          <a:p>
            <a:pPr marL="0" indent="0">
              <a:buNone/>
            </a:pPr>
            <a:r>
              <a:t>• Supports syntax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Critical compiler component</a:t>
            </a:r>
          </a:p>
          <a:p>
            <a:pPr marL="0" indent="0">
              <a:buNone/>
            </a:pPr>
            <a:r>
              <a:t>• Ensures correctness and efficiency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2312</Words>
  <Application>WPS Presentation</Application>
  <PresentationFormat>On-screen Show (4:3)</PresentationFormat>
  <Paragraphs>136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Communications and Dialogues</vt:lpstr>
      <vt:lpstr>Phase 1 of Compiler Design</vt:lpstr>
      <vt:lpstr>Introduction to Lexical Analysis</vt:lpstr>
      <vt:lpstr>What is a Token?</vt:lpstr>
      <vt:lpstr>Need for Lexical Analysis</vt:lpstr>
      <vt:lpstr>Position of Lexical Analyzer</vt:lpstr>
      <vt:lpstr>Role of the Lexical Analyzer</vt:lpstr>
      <vt:lpstr>Tokenization</vt:lpstr>
      <vt:lpstr>Types of Tokens – Keywords &amp; Identifiers</vt:lpstr>
      <vt:lpstr>Types of Tokens – Literals &amp; Operators</vt:lpstr>
      <vt:lpstr>Types of Tokens – Delimiters</vt:lpstr>
      <vt:lpstr>Eliminating Whitespace and Comments</vt:lpstr>
      <vt:lpstr>Lexical Error Detection</vt:lpstr>
      <vt:lpstr>Token Classification</vt:lpstr>
      <vt:lpstr>Token Stream to Parser</vt:lpstr>
      <vt:lpstr>How Lexical Analyzer Works</vt:lpstr>
      <vt:lpstr>Tools Used in Lexical Analysis</vt:lpstr>
      <vt:lpstr>Example of Lexical Analysis</vt:lpstr>
      <vt:lpstr>Benefits of Lexical Analysis</vt:lpstr>
      <vt:lpstr>Lexical Analysis Summary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 SUKUMAR</cp:lastModifiedBy>
  <cp:revision>2</cp:revision>
  <dcterms:created xsi:type="dcterms:W3CDTF">2013-01-27T09:14:00Z</dcterms:created>
  <dcterms:modified xsi:type="dcterms:W3CDTF">2025-12-19T06:53:40Z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D6DAB67ECA8F467990BA3E18BCF825B2_12</vt:lpwstr>
  </property>
  <property fmtid="{D5CDD505-2E9C-101B-9397-08002B2CF9AE}" pid="3" name="KSOProductBuildVer">
    <vt:lpwstr>1033-12.2.0.23155</vt:lpwstr>
  </property>
</Properties>
</file>